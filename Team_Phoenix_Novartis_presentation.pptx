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0"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9144000" cy="5143500" type="screen16x9"/>
  <p:notesSz cx="6858000" cy="9144000"/>
  <p:embeddedFontLst>
    <p:embeddedFont>
      <p:font typeface="Albert Sans" panose="020B0604020202020204" charset="0"/>
      <p:regular r:id="rId12"/>
      <p:bold r:id="rId13"/>
      <p:italic r:id="rId14"/>
      <p:boldItalic r:id="rId15"/>
    </p:embeddedFont>
    <p:embeddedFont>
      <p:font typeface="DM Sans" pitchFamily="2" charset="0"/>
      <p:regular r:id="rId16"/>
      <p:bold r:id="rId17"/>
      <p:italic r:id="rId18"/>
      <p:boldItalic r:id="rId19"/>
    </p:embeddedFont>
    <p:embeddedFont>
      <p:font typeface="Figtree" panose="020B0604020202020204" charset="0"/>
      <p:regular r:id="rId20"/>
      <p:bold r:id="rId21"/>
      <p:italic r:id="rId22"/>
      <p:boldItalic r:id="rId23"/>
    </p:embeddedFont>
    <p:embeddedFont>
      <p:font typeface="Nunito Light" pitchFamily="2" charset="0"/>
      <p:regular r:id="rId24"/>
    </p:embeddedFont>
    <p:embeddedFont>
      <p:font typeface="Questrial" pitchFamily="2" charset="0"/>
      <p:regular r:id="rId2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3" d="100"/>
          <a:sy n="103" d="100"/>
        </p:scale>
        <p:origin x="874" y="7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2.fntdata"/><Relationship Id="rId18" Type="http://schemas.openxmlformats.org/officeDocument/2006/relationships/font" Target="fonts/font7.fntdata"/><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font" Target="fonts/font10.fntdata"/><Relationship Id="rId7" Type="http://schemas.openxmlformats.org/officeDocument/2006/relationships/slide" Target="slides/slide6.xml"/><Relationship Id="rId12" Type="http://schemas.openxmlformats.org/officeDocument/2006/relationships/font" Target="fonts/font1.fntdata"/><Relationship Id="rId17" Type="http://schemas.openxmlformats.org/officeDocument/2006/relationships/font" Target="fonts/font6.fntdata"/><Relationship Id="rId25" Type="http://schemas.openxmlformats.org/officeDocument/2006/relationships/font" Target="fonts/font14.fntdata"/><Relationship Id="rId2" Type="http://schemas.openxmlformats.org/officeDocument/2006/relationships/slide" Target="slides/slide1.xml"/><Relationship Id="rId16" Type="http://schemas.openxmlformats.org/officeDocument/2006/relationships/font" Target="fonts/font5.fntdata"/><Relationship Id="rId20" Type="http://schemas.openxmlformats.org/officeDocument/2006/relationships/font" Target="fonts/font9.fntdata"/><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24" Type="http://schemas.openxmlformats.org/officeDocument/2006/relationships/font" Target="fonts/font13.fntdata"/><Relationship Id="rId5" Type="http://schemas.openxmlformats.org/officeDocument/2006/relationships/slide" Target="slides/slide4.xml"/><Relationship Id="rId15" Type="http://schemas.openxmlformats.org/officeDocument/2006/relationships/font" Target="fonts/font4.fntdata"/><Relationship Id="rId23" Type="http://schemas.openxmlformats.org/officeDocument/2006/relationships/font" Target="fonts/font12.fntdata"/><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8.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3.fntdata"/><Relationship Id="rId22" Type="http://schemas.openxmlformats.org/officeDocument/2006/relationships/font" Target="fonts/font11.fntdata"/><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p:cNvGrpSpPr/>
        <p:nvPr/>
      </p:nvGrpSpPr>
      <p:grpSpPr>
        <a:xfrm>
          <a:off x="0" y="0"/>
          <a:ext cx="0" cy="0"/>
          <a:chOff x="0" y="0"/>
          <a:chExt cx="0" cy="0"/>
        </a:xfrm>
      </p:grpSpPr>
      <p:sp>
        <p:nvSpPr>
          <p:cNvPr id="224" name="Google Shape;224;g4dfce81f19_0_4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5" name="Google Shape;225;g4dfce81f19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g54dda1946d_6_30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3" name="Google Shape;233;g54dda1946d_6_3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
        <p:cNvGrpSpPr/>
        <p:nvPr/>
      </p:nvGrpSpPr>
      <p:grpSpPr>
        <a:xfrm>
          <a:off x="0" y="0"/>
          <a:ext cx="0" cy="0"/>
          <a:chOff x="0" y="0"/>
          <a:chExt cx="0" cy="0"/>
        </a:xfrm>
      </p:grpSpPr>
      <p:sp>
        <p:nvSpPr>
          <p:cNvPr id="241" name="Google Shape;241;g3f9a9750e65_0_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2" name="Google Shape;242;g3f9a9750e65_0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
        <p:cNvGrpSpPr/>
        <p:nvPr/>
      </p:nvGrpSpPr>
      <p:grpSpPr>
        <a:xfrm>
          <a:off x="0" y="0"/>
          <a:ext cx="0" cy="0"/>
          <a:chOff x="0" y="0"/>
          <a:chExt cx="0" cy="0"/>
        </a:xfrm>
      </p:grpSpPr>
      <p:sp>
        <p:nvSpPr>
          <p:cNvPr id="250" name="Google Shape;250;g3f9a9750e65_0_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1" name="Google Shape;251;g3f9a9750e65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g3f9a9750e65_0_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0" name="Google Shape;260;g3f9a9750e65_0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p:cNvGrpSpPr/>
        <p:nvPr/>
      </p:nvGrpSpPr>
      <p:grpSpPr>
        <a:xfrm>
          <a:off x="0" y="0"/>
          <a:ext cx="0" cy="0"/>
          <a:chOff x="0" y="0"/>
          <a:chExt cx="0" cy="0"/>
        </a:xfrm>
      </p:grpSpPr>
      <p:sp>
        <p:nvSpPr>
          <p:cNvPr id="268" name="Google Shape;268;g3f9a9750e65_0_3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9" name="Google Shape;269;g3f9a9750e65_0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6"/>
        <p:cNvGrpSpPr/>
        <p:nvPr/>
      </p:nvGrpSpPr>
      <p:grpSpPr>
        <a:xfrm>
          <a:off x="0" y="0"/>
          <a:ext cx="0" cy="0"/>
          <a:chOff x="0" y="0"/>
          <a:chExt cx="0" cy="0"/>
        </a:xfrm>
      </p:grpSpPr>
      <p:sp>
        <p:nvSpPr>
          <p:cNvPr id="277" name="Google Shape;277;g3f9a9750e65_0_4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8" name="Google Shape;278;g3f9a9750e65_0_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5"/>
        <p:cNvGrpSpPr/>
        <p:nvPr/>
      </p:nvGrpSpPr>
      <p:grpSpPr>
        <a:xfrm>
          <a:off x="0" y="0"/>
          <a:ext cx="0" cy="0"/>
          <a:chOff x="0" y="0"/>
          <a:chExt cx="0" cy="0"/>
        </a:xfrm>
      </p:grpSpPr>
      <p:sp>
        <p:nvSpPr>
          <p:cNvPr id="286" name="Google Shape;286;gd5260bdd85_0_2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7" name="Google Shape;287;gd5260bdd85_0_2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6"/>
        <p:cNvGrpSpPr/>
        <p:nvPr/>
      </p:nvGrpSpPr>
      <p:grpSpPr>
        <a:xfrm>
          <a:off x="0" y="0"/>
          <a:ext cx="0" cy="0"/>
          <a:chOff x="0" y="0"/>
          <a:chExt cx="0" cy="0"/>
        </a:xfrm>
      </p:grpSpPr>
      <p:sp>
        <p:nvSpPr>
          <p:cNvPr id="337" name="Google Shape;337;g54dda1946d_6_3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8" name="Google Shape;338;g54dda1946d_6_3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hyperlink" Target="http://bit.ly/2TtBDfr" TargetMode="External"/><Relationship Id="rId5" Type="http://schemas.openxmlformats.org/officeDocument/2006/relationships/hyperlink" Target="http://bit.ly/2TyoMsr" TargetMode="External"/><Relationship Id="rId4" Type="http://schemas.openxmlformats.org/officeDocument/2006/relationships/hyperlink" Target="https://bit.ly/3A1uf1Q" TargetMode="Externa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713225" y="788063"/>
            <a:ext cx="4894800" cy="1473600"/>
          </a:xfrm>
          <a:prstGeom prst="rect">
            <a:avLst/>
          </a:prstGeom>
        </p:spPr>
        <p:txBody>
          <a:bodyPr spcFirstLastPara="1" wrap="square" lIns="91425" tIns="91425" rIns="91425" bIns="91425" anchor="b" anchorCtr="0">
            <a:noAutofit/>
          </a:bodyPr>
          <a:lstStyle>
            <a:lvl1pPr lvl="0" algn="l">
              <a:spcBef>
                <a:spcPts val="0"/>
              </a:spcBef>
              <a:spcAft>
                <a:spcPts val="0"/>
              </a:spcAft>
              <a:buClr>
                <a:srgbClr val="191919"/>
              </a:buClr>
              <a:buSzPts val="5200"/>
              <a:buNone/>
              <a:defRPr sz="4200" b="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
        <p:nvSpPr>
          <p:cNvPr id="10" name="Google Shape;10;p2"/>
          <p:cNvSpPr txBox="1">
            <a:spLocks noGrp="1"/>
          </p:cNvSpPr>
          <p:nvPr>
            <p:ph type="subTitle" idx="1"/>
          </p:nvPr>
        </p:nvSpPr>
        <p:spPr>
          <a:xfrm>
            <a:off x="6244975" y="2626313"/>
            <a:ext cx="2185800" cy="654000"/>
          </a:xfrm>
          <a:prstGeom prst="rect">
            <a:avLst/>
          </a:prstGeom>
        </p:spPr>
        <p:txBody>
          <a:bodyPr spcFirstLastPara="1" wrap="square" lIns="91425" tIns="91425" rIns="91425" bIns="91425" anchor="t" anchorCtr="0">
            <a:noAutofit/>
          </a:bodyPr>
          <a:lstStyle>
            <a:lvl1pPr lvl="0">
              <a:spcBef>
                <a:spcPts val="0"/>
              </a:spcBef>
              <a:spcAft>
                <a:spcPts val="0"/>
              </a:spcAft>
              <a:buSzPts val="1400"/>
              <a:buNone/>
              <a:defRPr sz="1500">
                <a:solidFill>
                  <a:schemeClr val="dk1"/>
                </a:solidFill>
                <a:latin typeface="Figtree"/>
                <a:ea typeface="Figtree"/>
                <a:cs typeface="Figtree"/>
                <a:sym typeface="Figtree"/>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pic>
        <p:nvPicPr>
          <p:cNvPr id="11" name="Google Shape;11;p2"/>
          <p:cNvPicPr preferRelativeResize="0"/>
          <p:nvPr/>
        </p:nvPicPr>
        <p:blipFill>
          <a:blip r:embed="rId2">
            <a:alphaModFix/>
          </a:blip>
          <a:stretch>
            <a:fillRect/>
          </a:stretch>
        </p:blipFill>
        <p:spPr>
          <a:xfrm>
            <a:off x="7358401" y="-297450"/>
            <a:ext cx="1981200" cy="2027975"/>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2"/>
        <p:cNvGrpSpPr/>
        <p:nvPr/>
      </p:nvGrpSpPr>
      <p:grpSpPr>
        <a:xfrm>
          <a:off x="0" y="0"/>
          <a:ext cx="0" cy="0"/>
          <a:chOff x="0" y="0"/>
          <a:chExt cx="0" cy="0"/>
        </a:xfrm>
      </p:grpSpPr>
      <p:sp>
        <p:nvSpPr>
          <p:cNvPr id="13" name="Google Shape;13;p3"/>
          <p:cNvSpPr txBox="1">
            <a:spLocks noGrp="1"/>
          </p:cNvSpPr>
          <p:nvPr>
            <p:ph type="title"/>
          </p:nvPr>
        </p:nvSpPr>
        <p:spPr>
          <a:xfrm>
            <a:off x="2340900" y="788063"/>
            <a:ext cx="4462200" cy="1291800"/>
          </a:xfrm>
          <a:prstGeom prst="rect">
            <a:avLst/>
          </a:prstGeom>
        </p:spPr>
        <p:txBody>
          <a:bodyPr spcFirstLastPara="1" wrap="square" lIns="91425" tIns="91425" rIns="91425" bIns="91425" anchor="b" anchorCtr="0">
            <a:noAutofit/>
          </a:bodyPr>
          <a:lstStyle>
            <a:lvl1pPr lvl="0">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4" name="Google Shape;14;p3"/>
          <p:cNvSpPr txBox="1">
            <a:spLocks noGrp="1"/>
          </p:cNvSpPr>
          <p:nvPr>
            <p:ph type="title" idx="2" hasCustomPrompt="1"/>
          </p:nvPr>
        </p:nvSpPr>
        <p:spPr>
          <a:xfrm>
            <a:off x="713225" y="788075"/>
            <a:ext cx="1394100" cy="1291800"/>
          </a:xfrm>
          <a:prstGeom prst="rect">
            <a:avLst/>
          </a:prstGeom>
          <a:noFill/>
        </p:spPr>
        <p:txBody>
          <a:bodyPr spcFirstLastPara="1" wrap="square" lIns="91425" tIns="91425" rIns="91425" bIns="91425" anchor="b" anchorCtr="0">
            <a:noAutofit/>
          </a:bodyPr>
          <a:lstStyle>
            <a:lvl1pPr lvl="0" algn="ctr" rtl="0">
              <a:spcBef>
                <a:spcPts val="0"/>
              </a:spcBef>
              <a:spcAft>
                <a:spcPts val="0"/>
              </a:spcAft>
              <a:buClr>
                <a:schemeClr val="lt1"/>
              </a:buClr>
              <a:buSzPts val="6000"/>
              <a:buNone/>
              <a:defRPr sz="6000" b="1"/>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15" name="Google Shape;15;p3"/>
          <p:cNvSpPr txBox="1">
            <a:spLocks noGrp="1"/>
          </p:cNvSpPr>
          <p:nvPr>
            <p:ph type="subTitle" idx="1"/>
          </p:nvPr>
        </p:nvSpPr>
        <p:spPr>
          <a:xfrm>
            <a:off x="2340900" y="2083813"/>
            <a:ext cx="4462200" cy="3750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6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grpSp>
        <p:nvGrpSpPr>
          <p:cNvPr id="17" name="Google Shape;17;p4"/>
          <p:cNvGrpSpPr/>
          <p:nvPr/>
        </p:nvGrpSpPr>
        <p:grpSpPr>
          <a:xfrm>
            <a:off x="-133350" y="-27700"/>
            <a:ext cx="9429749" cy="5266450"/>
            <a:chOff x="-133350" y="-27700"/>
            <a:chExt cx="9429749" cy="5266450"/>
          </a:xfrm>
        </p:grpSpPr>
        <p:pic>
          <p:nvPicPr>
            <p:cNvPr id="18" name="Google Shape;18;p4"/>
            <p:cNvPicPr preferRelativeResize="0"/>
            <p:nvPr/>
          </p:nvPicPr>
          <p:blipFill rotWithShape="1">
            <a:blip r:embed="rId2">
              <a:alphaModFix/>
            </a:blip>
            <a:srcRect l="3750" t="873" r="81263" b="45215"/>
            <a:stretch/>
          </p:blipFill>
          <p:spPr>
            <a:xfrm>
              <a:off x="-133350" y="4057700"/>
              <a:ext cx="1370400" cy="1181050"/>
            </a:xfrm>
            <a:prstGeom prst="rect">
              <a:avLst/>
            </a:prstGeom>
            <a:noFill/>
            <a:ln>
              <a:noFill/>
            </a:ln>
          </p:spPr>
        </p:pic>
        <p:pic>
          <p:nvPicPr>
            <p:cNvPr id="19" name="Google Shape;19;p4"/>
            <p:cNvPicPr preferRelativeResize="0"/>
            <p:nvPr/>
          </p:nvPicPr>
          <p:blipFill rotWithShape="1">
            <a:blip r:embed="rId3">
              <a:alphaModFix/>
            </a:blip>
            <a:srcRect t="68848" r="66845"/>
            <a:stretch/>
          </p:blipFill>
          <p:spPr>
            <a:xfrm>
              <a:off x="6681600" y="-27700"/>
              <a:ext cx="2614799" cy="896100"/>
            </a:xfrm>
            <a:prstGeom prst="rect">
              <a:avLst/>
            </a:prstGeom>
            <a:noFill/>
            <a:ln>
              <a:noFill/>
            </a:ln>
          </p:spPr>
        </p:pic>
      </p:grpSp>
      <p:sp>
        <p:nvSpPr>
          <p:cNvPr id="20" name="Google Shape;20;p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3100"/>
              <a:buNone/>
              <a:defRPr/>
            </a:lvl2pPr>
            <a:lvl3pPr lvl="2" rtl="0">
              <a:spcBef>
                <a:spcPts val="0"/>
              </a:spcBef>
              <a:spcAft>
                <a:spcPts val="0"/>
              </a:spcAft>
              <a:buSzPts val="3100"/>
              <a:buNone/>
              <a:defRPr/>
            </a:lvl3pPr>
            <a:lvl4pPr lvl="3" rtl="0">
              <a:spcBef>
                <a:spcPts val="0"/>
              </a:spcBef>
              <a:spcAft>
                <a:spcPts val="0"/>
              </a:spcAft>
              <a:buSzPts val="3100"/>
              <a:buNone/>
              <a:defRPr/>
            </a:lvl4pPr>
            <a:lvl5pPr lvl="4" rtl="0">
              <a:spcBef>
                <a:spcPts val="0"/>
              </a:spcBef>
              <a:spcAft>
                <a:spcPts val="0"/>
              </a:spcAft>
              <a:buSzPts val="3100"/>
              <a:buNone/>
              <a:defRPr/>
            </a:lvl5pPr>
            <a:lvl6pPr lvl="5" rtl="0">
              <a:spcBef>
                <a:spcPts val="0"/>
              </a:spcBef>
              <a:spcAft>
                <a:spcPts val="0"/>
              </a:spcAft>
              <a:buSzPts val="3100"/>
              <a:buNone/>
              <a:defRPr/>
            </a:lvl6pPr>
            <a:lvl7pPr lvl="6" rtl="0">
              <a:spcBef>
                <a:spcPts val="0"/>
              </a:spcBef>
              <a:spcAft>
                <a:spcPts val="0"/>
              </a:spcAft>
              <a:buSzPts val="3100"/>
              <a:buNone/>
              <a:defRPr/>
            </a:lvl7pPr>
            <a:lvl8pPr lvl="7" rtl="0">
              <a:spcBef>
                <a:spcPts val="0"/>
              </a:spcBef>
              <a:spcAft>
                <a:spcPts val="0"/>
              </a:spcAft>
              <a:buSzPts val="3100"/>
              <a:buNone/>
              <a:defRPr/>
            </a:lvl8pPr>
            <a:lvl9pPr lvl="8" rtl="0">
              <a:spcBef>
                <a:spcPts val="0"/>
              </a:spcBef>
              <a:spcAft>
                <a:spcPts val="0"/>
              </a:spcAft>
              <a:buSzPts val="3100"/>
              <a:buNone/>
              <a:defRPr/>
            </a:lvl9pPr>
          </a:lstStyle>
          <a:p>
            <a:endParaRPr/>
          </a:p>
        </p:txBody>
      </p:sp>
      <p:sp>
        <p:nvSpPr>
          <p:cNvPr id="21" name="Google Shape;21;p4"/>
          <p:cNvSpPr txBox="1">
            <a:spLocks noGrp="1"/>
          </p:cNvSpPr>
          <p:nvPr>
            <p:ph type="body" idx="1"/>
          </p:nvPr>
        </p:nvSpPr>
        <p:spPr>
          <a:xfrm>
            <a:off x="720000" y="1139550"/>
            <a:ext cx="7704000" cy="399000"/>
          </a:xfrm>
          <a:prstGeom prst="rect">
            <a:avLst/>
          </a:prstGeom>
        </p:spPr>
        <p:txBody>
          <a:bodyPr spcFirstLastPara="1" wrap="square" lIns="91425" tIns="91425" rIns="91425" bIns="91425" anchor="t" anchorCtr="0">
            <a:noAutofit/>
          </a:bodyPr>
          <a:lstStyle>
            <a:lvl1pPr marL="457200" lvl="0" indent="-317500" algn="ctr" rtl="0">
              <a:spcBef>
                <a:spcPts val="0"/>
              </a:spcBef>
              <a:spcAft>
                <a:spcPts val="0"/>
              </a:spcAft>
              <a:buSzPts val="1400"/>
              <a:buFont typeface="Nunito Light"/>
              <a:buChar char="●"/>
              <a:defRPr/>
            </a:lvl1pPr>
            <a:lvl2pPr marL="914400" lvl="1" indent="-317500" rtl="0">
              <a:lnSpc>
                <a:spcPct val="100000"/>
              </a:lnSpc>
              <a:spcBef>
                <a:spcPts val="0"/>
              </a:spcBef>
              <a:spcAft>
                <a:spcPts val="0"/>
              </a:spcAft>
              <a:buSzPts val="1400"/>
              <a:buFont typeface="Nunito Light"/>
              <a:buChar char="○"/>
              <a:defRPr/>
            </a:lvl2pPr>
            <a:lvl3pPr marL="1371600" lvl="2" indent="-317500" rtl="0">
              <a:lnSpc>
                <a:spcPct val="100000"/>
              </a:lnSpc>
              <a:spcBef>
                <a:spcPts val="0"/>
              </a:spcBef>
              <a:spcAft>
                <a:spcPts val="0"/>
              </a:spcAft>
              <a:buSzPts val="1400"/>
              <a:buFont typeface="Nunito Light"/>
              <a:buChar char="■"/>
              <a:defRPr/>
            </a:lvl3pPr>
            <a:lvl4pPr marL="1828800" lvl="3" indent="-317500" rtl="0">
              <a:lnSpc>
                <a:spcPct val="100000"/>
              </a:lnSpc>
              <a:spcBef>
                <a:spcPts val="0"/>
              </a:spcBef>
              <a:spcAft>
                <a:spcPts val="0"/>
              </a:spcAft>
              <a:buSzPts val="1400"/>
              <a:buFont typeface="Nunito Light"/>
              <a:buChar char="●"/>
              <a:defRPr/>
            </a:lvl4pPr>
            <a:lvl5pPr marL="2286000" lvl="4" indent="-317500" rtl="0">
              <a:lnSpc>
                <a:spcPct val="100000"/>
              </a:lnSpc>
              <a:spcBef>
                <a:spcPts val="0"/>
              </a:spcBef>
              <a:spcAft>
                <a:spcPts val="0"/>
              </a:spcAft>
              <a:buSzPts val="1400"/>
              <a:buFont typeface="Nunito Light"/>
              <a:buChar char="○"/>
              <a:defRPr/>
            </a:lvl5pPr>
            <a:lvl6pPr marL="2743200" lvl="5" indent="-317500" rtl="0">
              <a:lnSpc>
                <a:spcPct val="100000"/>
              </a:lnSpc>
              <a:spcBef>
                <a:spcPts val="0"/>
              </a:spcBef>
              <a:spcAft>
                <a:spcPts val="0"/>
              </a:spcAft>
              <a:buSzPts val="1400"/>
              <a:buFont typeface="Nunito Light"/>
              <a:buChar char="■"/>
              <a:defRPr/>
            </a:lvl6pPr>
            <a:lvl7pPr marL="3200400" lvl="6" indent="-317500" rtl="0">
              <a:lnSpc>
                <a:spcPct val="100000"/>
              </a:lnSpc>
              <a:spcBef>
                <a:spcPts val="0"/>
              </a:spcBef>
              <a:spcAft>
                <a:spcPts val="0"/>
              </a:spcAft>
              <a:buSzPts val="1400"/>
              <a:buFont typeface="Nunito Light"/>
              <a:buChar char="●"/>
              <a:defRPr/>
            </a:lvl7pPr>
            <a:lvl8pPr marL="3657600" lvl="7" indent="-317500" rtl="0">
              <a:lnSpc>
                <a:spcPct val="100000"/>
              </a:lnSpc>
              <a:spcBef>
                <a:spcPts val="0"/>
              </a:spcBef>
              <a:spcAft>
                <a:spcPts val="0"/>
              </a:spcAft>
              <a:buSzPts val="1400"/>
              <a:buFont typeface="Nunito Light"/>
              <a:buChar char="○"/>
              <a:defRPr/>
            </a:lvl8pPr>
            <a:lvl9pPr marL="4114800" lvl="8" indent="-317500" rtl="0">
              <a:lnSpc>
                <a:spcPct val="100000"/>
              </a:lnSpc>
              <a:spcBef>
                <a:spcPts val="0"/>
              </a:spcBef>
              <a:spcAft>
                <a:spcPts val="0"/>
              </a:spcAft>
              <a:buSzPts val="1400"/>
              <a:buFont typeface="Nunito Light"/>
              <a:buChar char="■"/>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2"/>
        <p:cNvGrpSpPr/>
        <p:nvPr/>
      </p:nvGrpSpPr>
      <p:grpSpPr>
        <a:xfrm>
          <a:off x="0" y="0"/>
          <a:ext cx="0" cy="0"/>
          <a:chOff x="0" y="0"/>
          <a:chExt cx="0" cy="0"/>
        </a:xfrm>
      </p:grpSpPr>
      <p:grpSp>
        <p:nvGrpSpPr>
          <p:cNvPr id="23" name="Google Shape;23;p5"/>
          <p:cNvGrpSpPr/>
          <p:nvPr/>
        </p:nvGrpSpPr>
        <p:grpSpPr>
          <a:xfrm>
            <a:off x="-19050" y="-76200"/>
            <a:ext cx="9296400" cy="5314950"/>
            <a:chOff x="-19050" y="-76200"/>
            <a:chExt cx="9296400" cy="5314950"/>
          </a:xfrm>
        </p:grpSpPr>
        <p:pic>
          <p:nvPicPr>
            <p:cNvPr id="24" name="Google Shape;24;p5"/>
            <p:cNvPicPr preferRelativeResize="0"/>
            <p:nvPr/>
          </p:nvPicPr>
          <p:blipFill rotWithShape="1">
            <a:blip r:embed="rId2">
              <a:alphaModFix/>
            </a:blip>
            <a:srcRect l="7877" b="45749"/>
            <a:stretch/>
          </p:blipFill>
          <p:spPr>
            <a:xfrm>
              <a:off x="-19050" y="4317725"/>
              <a:ext cx="8423999" cy="921025"/>
            </a:xfrm>
            <a:prstGeom prst="rect">
              <a:avLst/>
            </a:prstGeom>
            <a:noFill/>
            <a:ln>
              <a:noFill/>
            </a:ln>
          </p:spPr>
        </p:pic>
        <p:pic>
          <p:nvPicPr>
            <p:cNvPr id="25" name="Google Shape;25;p5"/>
            <p:cNvPicPr preferRelativeResize="0"/>
            <p:nvPr/>
          </p:nvPicPr>
          <p:blipFill rotWithShape="1">
            <a:blip r:embed="rId2">
              <a:alphaModFix/>
            </a:blip>
            <a:srcRect l="56809" b="26014"/>
            <a:stretch/>
          </p:blipFill>
          <p:spPr>
            <a:xfrm rot="10800000">
              <a:off x="5327975" y="-76200"/>
              <a:ext cx="3949375" cy="1256075"/>
            </a:xfrm>
            <a:prstGeom prst="rect">
              <a:avLst/>
            </a:prstGeom>
            <a:noFill/>
            <a:ln>
              <a:noFill/>
            </a:ln>
          </p:spPr>
        </p:pic>
      </p:grpSp>
      <p:sp>
        <p:nvSpPr>
          <p:cNvPr id="26" name="Google Shape;26;p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3100"/>
              <a:buNone/>
              <a:defRPr/>
            </a:lvl2pPr>
            <a:lvl3pPr lvl="2" rtl="0">
              <a:spcBef>
                <a:spcPts val="0"/>
              </a:spcBef>
              <a:spcAft>
                <a:spcPts val="0"/>
              </a:spcAft>
              <a:buSzPts val="3100"/>
              <a:buNone/>
              <a:defRPr/>
            </a:lvl3pPr>
            <a:lvl4pPr lvl="3" rtl="0">
              <a:spcBef>
                <a:spcPts val="0"/>
              </a:spcBef>
              <a:spcAft>
                <a:spcPts val="0"/>
              </a:spcAft>
              <a:buSzPts val="3100"/>
              <a:buNone/>
              <a:defRPr/>
            </a:lvl4pPr>
            <a:lvl5pPr lvl="4" rtl="0">
              <a:spcBef>
                <a:spcPts val="0"/>
              </a:spcBef>
              <a:spcAft>
                <a:spcPts val="0"/>
              </a:spcAft>
              <a:buSzPts val="3100"/>
              <a:buNone/>
              <a:defRPr/>
            </a:lvl5pPr>
            <a:lvl6pPr lvl="5" rtl="0">
              <a:spcBef>
                <a:spcPts val="0"/>
              </a:spcBef>
              <a:spcAft>
                <a:spcPts val="0"/>
              </a:spcAft>
              <a:buSzPts val="3100"/>
              <a:buNone/>
              <a:defRPr/>
            </a:lvl6pPr>
            <a:lvl7pPr lvl="6" rtl="0">
              <a:spcBef>
                <a:spcPts val="0"/>
              </a:spcBef>
              <a:spcAft>
                <a:spcPts val="0"/>
              </a:spcAft>
              <a:buSzPts val="3100"/>
              <a:buNone/>
              <a:defRPr/>
            </a:lvl7pPr>
            <a:lvl8pPr lvl="7" rtl="0">
              <a:spcBef>
                <a:spcPts val="0"/>
              </a:spcBef>
              <a:spcAft>
                <a:spcPts val="0"/>
              </a:spcAft>
              <a:buSzPts val="3100"/>
              <a:buNone/>
              <a:defRPr/>
            </a:lvl8pPr>
            <a:lvl9pPr lvl="8" rtl="0">
              <a:spcBef>
                <a:spcPts val="0"/>
              </a:spcBef>
              <a:spcAft>
                <a:spcPts val="0"/>
              </a:spcAft>
              <a:buSzPts val="3100"/>
              <a:buNone/>
              <a:defRPr/>
            </a:lvl9pPr>
          </a:lstStyle>
          <a:p>
            <a:endParaRPr/>
          </a:p>
        </p:txBody>
      </p:sp>
      <p:sp>
        <p:nvSpPr>
          <p:cNvPr id="27" name="Google Shape;27;p5"/>
          <p:cNvSpPr txBox="1">
            <a:spLocks noGrp="1"/>
          </p:cNvSpPr>
          <p:nvPr>
            <p:ph type="subTitle" idx="1"/>
          </p:nvPr>
        </p:nvSpPr>
        <p:spPr>
          <a:xfrm>
            <a:off x="5213675" y="3658731"/>
            <a:ext cx="25056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28" name="Google Shape;28;p5"/>
          <p:cNvSpPr txBox="1">
            <a:spLocks noGrp="1"/>
          </p:cNvSpPr>
          <p:nvPr>
            <p:ph type="subTitle" idx="2"/>
          </p:nvPr>
        </p:nvSpPr>
        <p:spPr>
          <a:xfrm>
            <a:off x="1424725" y="3658731"/>
            <a:ext cx="25056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29" name="Google Shape;29;p5"/>
          <p:cNvSpPr txBox="1">
            <a:spLocks noGrp="1"/>
          </p:cNvSpPr>
          <p:nvPr>
            <p:ph type="subTitle" idx="3"/>
          </p:nvPr>
        </p:nvSpPr>
        <p:spPr>
          <a:xfrm>
            <a:off x="5213675" y="3293725"/>
            <a:ext cx="2505600" cy="484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DM Sans"/>
              <a:buNone/>
              <a:defRPr sz="2100">
                <a:solidFill>
                  <a:schemeClr val="dk1"/>
                </a:solidFill>
                <a:latin typeface="Questrial"/>
                <a:ea typeface="Questrial"/>
                <a:cs typeface="Questrial"/>
                <a:sym typeface="Questrial"/>
              </a:defRPr>
            </a:lvl1pPr>
            <a:lvl2pPr lvl="1" algn="ctr" rtl="0">
              <a:lnSpc>
                <a:spcPct val="100000"/>
              </a:lnSpc>
              <a:spcBef>
                <a:spcPts val="0"/>
              </a:spcBef>
              <a:spcAft>
                <a:spcPts val="0"/>
              </a:spcAft>
              <a:buSzPts val="2400"/>
              <a:buFont typeface="DM Sans"/>
              <a:buNone/>
              <a:defRPr sz="2400" b="1">
                <a:latin typeface="DM Sans"/>
                <a:ea typeface="DM Sans"/>
                <a:cs typeface="DM Sans"/>
                <a:sym typeface="DM Sans"/>
              </a:defRPr>
            </a:lvl2pPr>
            <a:lvl3pPr lvl="2" algn="ctr" rtl="0">
              <a:lnSpc>
                <a:spcPct val="100000"/>
              </a:lnSpc>
              <a:spcBef>
                <a:spcPts val="0"/>
              </a:spcBef>
              <a:spcAft>
                <a:spcPts val="0"/>
              </a:spcAft>
              <a:buSzPts val="2400"/>
              <a:buFont typeface="DM Sans"/>
              <a:buNone/>
              <a:defRPr sz="2400" b="1">
                <a:latin typeface="DM Sans"/>
                <a:ea typeface="DM Sans"/>
                <a:cs typeface="DM Sans"/>
                <a:sym typeface="DM Sans"/>
              </a:defRPr>
            </a:lvl3pPr>
            <a:lvl4pPr lvl="3" algn="ctr" rtl="0">
              <a:lnSpc>
                <a:spcPct val="100000"/>
              </a:lnSpc>
              <a:spcBef>
                <a:spcPts val="0"/>
              </a:spcBef>
              <a:spcAft>
                <a:spcPts val="0"/>
              </a:spcAft>
              <a:buSzPts val="2400"/>
              <a:buFont typeface="DM Sans"/>
              <a:buNone/>
              <a:defRPr sz="2400" b="1">
                <a:latin typeface="DM Sans"/>
                <a:ea typeface="DM Sans"/>
                <a:cs typeface="DM Sans"/>
                <a:sym typeface="DM Sans"/>
              </a:defRPr>
            </a:lvl4pPr>
            <a:lvl5pPr lvl="4" algn="ctr" rtl="0">
              <a:lnSpc>
                <a:spcPct val="100000"/>
              </a:lnSpc>
              <a:spcBef>
                <a:spcPts val="0"/>
              </a:spcBef>
              <a:spcAft>
                <a:spcPts val="0"/>
              </a:spcAft>
              <a:buSzPts val="2400"/>
              <a:buFont typeface="DM Sans"/>
              <a:buNone/>
              <a:defRPr sz="2400" b="1">
                <a:latin typeface="DM Sans"/>
                <a:ea typeface="DM Sans"/>
                <a:cs typeface="DM Sans"/>
                <a:sym typeface="DM Sans"/>
              </a:defRPr>
            </a:lvl5pPr>
            <a:lvl6pPr lvl="5" algn="ctr" rtl="0">
              <a:lnSpc>
                <a:spcPct val="100000"/>
              </a:lnSpc>
              <a:spcBef>
                <a:spcPts val="0"/>
              </a:spcBef>
              <a:spcAft>
                <a:spcPts val="0"/>
              </a:spcAft>
              <a:buSzPts val="2400"/>
              <a:buFont typeface="DM Sans"/>
              <a:buNone/>
              <a:defRPr sz="2400" b="1">
                <a:latin typeface="DM Sans"/>
                <a:ea typeface="DM Sans"/>
                <a:cs typeface="DM Sans"/>
                <a:sym typeface="DM Sans"/>
              </a:defRPr>
            </a:lvl6pPr>
            <a:lvl7pPr lvl="6" algn="ctr" rtl="0">
              <a:lnSpc>
                <a:spcPct val="100000"/>
              </a:lnSpc>
              <a:spcBef>
                <a:spcPts val="0"/>
              </a:spcBef>
              <a:spcAft>
                <a:spcPts val="0"/>
              </a:spcAft>
              <a:buSzPts val="2400"/>
              <a:buFont typeface="DM Sans"/>
              <a:buNone/>
              <a:defRPr sz="2400" b="1">
                <a:latin typeface="DM Sans"/>
                <a:ea typeface="DM Sans"/>
                <a:cs typeface="DM Sans"/>
                <a:sym typeface="DM Sans"/>
              </a:defRPr>
            </a:lvl7pPr>
            <a:lvl8pPr lvl="7" algn="ctr" rtl="0">
              <a:lnSpc>
                <a:spcPct val="100000"/>
              </a:lnSpc>
              <a:spcBef>
                <a:spcPts val="0"/>
              </a:spcBef>
              <a:spcAft>
                <a:spcPts val="0"/>
              </a:spcAft>
              <a:buSzPts val="2400"/>
              <a:buFont typeface="DM Sans"/>
              <a:buNone/>
              <a:defRPr sz="2400" b="1">
                <a:latin typeface="DM Sans"/>
                <a:ea typeface="DM Sans"/>
                <a:cs typeface="DM Sans"/>
                <a:sym typeface="DM Sans"/>
              </a:defRPr>
            </a:lvl8pPr>
            <a:lvl9pPr lvl="8" algn="ctr" rtl="0">
              <a:lnSpc>
                <a:spcPct val="100000"/>
              </a:lnSpc>
              <a:spcBef>
                <a:spcPts val="0"/>
              </a:spcBef>
              <a:spcAft>
                <a:spcPts val="0"/>
              </a:spcAft>
              <a:buSzPts val="2400"/>
              <a:buFont typeface="DM Sans"/>
              <a:buNone/>
              <a:defRPr sz="2400" b="1">
                <a:latin typeface="DM Sans"/>
                <a:ea typeface="DM Sans"/>
                <a:cs typeface="DM Sans"/>
                <a:sym typeface="DM Sans"/>
              </a:defRPr>
            </a:lvl9pPr>
          </a:lstStyle>
          <a:p>
            <a:endParaRPr/>
          </a:p>
        </p:txBody>
      </p:sp>
      <p:sp>
        <p:nvSpPr>
          <p:cNvPr id="30" name="Google Shape;30;p5"/>
          <p:cNvSpPr txBox="1">
            <a:spLocks noGrp="1"/>
          </p:cNvSpPr>
          <p:nvPr>
            <p:ph type="subTitle" idx="4"/>
          </p:nvPr>
        </p:nvSpPr>
        <p:spPr>
          <a:xfrm>
            <a:off x="1424725" y="3293725"/>
            <a:ext cx="2505600" cy="484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DM Sans"/>
              <a:buNone/>
              <a:defRPr sz="2100">
                <a:solidFill>
                  <a:schemeClr val="dk1"/>
                </a:solidFill>
                <a:latin typeface="Questrial"/>
                <a:ea typeface="Questrial"/>
                <a:cs typeface="Questrial"/>
                <a:sym typeface="Questrial"/>
              </a:defRPr>
            </a:lvl1pPr>
            <a:lvl2pPr lvl="1" algn="ctr" rtl="0">
              <a:lnSpc>
                <a:spcPct val="100000"/>
              </a:lnSpc>
              <a:spcBef>
                <a:spcPts val="0"/>
              </a:spcBef>
              <a:spcAft>
                <a:spcPts val="0"/>
              </a:spcAft>
              <a:buSzPts val="2400"/>
              <a:buFont typeface="DM Sans"/>
              <a:buNone/>
              <a:defRPr sz="2400" b="1">
                <a:latin typeface="DM Sans"/>
                <a:ea typeface="DM Sans"/>
                <a:cs typeface="DM Sans"/>
                <a:sym typeface="DM Sans"/>
              </a:defRPr>
            </a:lvl2pPr>
            <a:lvl3pPr lvl="2" algn="ctr" rtl="0">
              <a:lnSpc>
                <a:spcPct val="100000"/>
              </a:lnSpc>
              <a:spcBef>
                <a:spcPts val="0"/>
              </a:spcBef>
              <a:spcAft>
                <a:spcPts val="0"/>
              </a:spcAft>
              <a:buSzPts val="2400"/>
              <a:buFont typeface="DM Sans"/>
              <a:buNone/>
              <a:defRPr sz="2400" b="1">
                <a:latin typeface="DM Sans"/>
                <a:ea typeface="DM Sans"/>
                <a:cs typeface="DM Sans"/>
                <a:sym typeface="DM Sans"/>
              </a:defRPr>
            </a:lvl3pPr>
            <a:lvl4pPr lvl="3" algn="ctr" rtl="0">
              <a:lnSpc>
                <a:spcPct val="100000"/>
              </a:lnSpc>
              <a:spcBef>
                <a:spcPts val="0"/>
              </a:spcBef>
              <a:spcAft>
                <a:spcPts val="0"/>
              </a:spcAft>
              <a:buSzPts val="2400"/>
              <a:buFont typeface="DM Sans"/>
              <a:buNone/>
              <a:defRPr sz="2400" b="1">
                <a:latin typeface="DM Sans"/>
                <a:ea typeface="DM Sans"/>
                <a:cs typeface="DM Sans"/>
                <a:sym typeface="DM Sans"/>
              </a:defRPr>
            </a:lvl4pPr>
            <a:lvl5pPr lvl="4" algn="ctr" rtl="0">
              <a:lnSpc>
                <a:spcPct val="100000"/>
              </a:lnSpc>
              <a:spcBef>
                <a:spcPts val="0"/>
              </a:spcBef>
              <a:spcAft>
                <a:spcPts val="0"/>
              </a:spcAft>
              <a:buSzPts val="2400"/>
              <a:buFont typeface="DM Sans"/>
              <a:buNone/>
              <a:defRPr sz="2400" b="1">
                <a:latin typeface="DM Sans"/>
                <a:ea typeface="DM Sans"/>
                <a:cs typeface="DM Sans"/>
                <a:sym typeface="DM Sans"/>
              </a:defRPr>
            </a:lvl5pPr>
            <a:lvl6pPr lvl="5" algn="ctr" rtl="0">
              <a:lnSpc>
                <a:spcPct val="100000"/>
              </a:lnSpc>
              <a:spcBef>
                <a:spcPts val="0"/>
              </a:spcBef>
              <a:spcAft>
                <a:spcPts val="0"/>
              </a:spcAft>
              <a:buSzPts val="2400"/>
              <a:buFont typeface="DM Sans"/>
              <a:buNone/>
              <a:defRPr sz="2400" b="1">
                <a:latin typeface="DM Sans"/>
                <a:ea typeface="DM Sans"/>
                <a:cs typeface="DM Sans"/>
                <a:sym typeface="DM Sans"/>
              </a:defRPr>
            </a:lvl6pPr>
            <a:lvl7pPr lvl="6" algn="ctr" rtl="0">
              <a:lnSpc>
                <a:spcPct val="100000"/>
              </a:lnSpc>
              <a:spcBef>
                <a:spcPts val="0"/>
              </a:spcBef>
              <a:spcAft>
                <a:spcPts val="0"/>
              </a:spcAft>
              <a:buSzPts val="2400"/>
              <a:buFont typeface="DM Sans"/>
              <a:buNone/>
              <a:defRPr sz="2400" b="1">
                <a:latin typeface="DM Sans"/>
                <a:ea typeface="DM Sans"/>
                <a:cs typeface="DM Sans"/>
                <a:sym typeface="DM Sans"/>
              </a:defRPr>
            </a:lvl7pPr>
            <a:lvl8pPr lvl="7" algn="ctr" rtl="0">
              <a:lnSpc>
                <a:spcPct val="100000"/>
              </a:lnSpc>
              <a:spcBef>
                <a:spcPts val="0"/>
              </a:spcBef>
              <a:spcAft>
                <a:spcPts val="0"/>
              </a:spcAft>
              <a:buSzPts val="2400"/>
              <a:buFont typeface="DM Sans"/>
              <a:buNone/>
              <a:defRPr sz="2400" b="1">
                <a:latin typeface="DM Sans"/>
                <a:ea typeface="DM Sans"/>
                <a:cs typeface="DM Sans"/>
                <a:sym typeface="DM Sans"/>
              </a:defRPr>
            </a:lvl8pPr>
            <a:lvl9pPr lvl="8" algn="ctr" rtl="0">
              <a:lnSpc>
                <a:spcPct val="100000"/>
              </a:lnSpc>
              <a:spcBef>
                <a:spcPts val="0"/>
              </a:spcBef>
              <a:spcAft>
                <a:spcPts val="0"/>
              </a:spcAft>
              <a:buSzPts val="2400"/>
              <a:buFont typeface="DM Sans"/>
              <a:buNone/>
              <a:defRPr sz="2400" b="1">
                <a:latin typeface="DM Sans"/>
                <a:ea typeface="DM Sans"/>
                <a:cs typeface="DM Sans"/>
                <a:sym typeface="DM Sans"/>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1"/>
        <p:cNvGrpSpPr/>
        <p:nvPr/>
      </p:nvGrpSpPr>
      <p:grpSpPr>
        <a:xfrm>
          <a:off x="0" y="0"/>
          <a:ext cx="0" cy="0"/>
          <a:chOff x="0" y="0"/>
          <a:chExt cx="0" cy="0"/>
        </a:xfrm>
      </p:grpSpPr>
      <p:sp>
        <p:nvSpPr>
          <p:cNvPr id="32" name="Google Shape;32;p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3100"/>
              <a:buNone/>
              <a:defRPr/>
            </a:lvl2pPr>
            <a:lvl3pPr lvl="2" rtl="0">
              <a:spcBef>
                <a:spcPts val="0"/>
              </a:spcBef>
              <a:spcAft>
                <a:spcPts val="0"/>
              </a:spcAft>
              <a:buSzPts val="3100"/>
              <a:buNone/>
              <a:defRPr/>
            </a:lvl3pPr>
            <a:lvl4pPr lvl="3" rtl="0">
              <a:spcBef>
                <a:spcPts val="0"/>
              </a:spcBef>
              <a:spcAft>
                <a:spcPts val="0"/>
              </a:spcAft>
              <a:buSzPts val="3100"/>
              <a:buNone/>
              <a:defRPr/>
            </a:lvl4pPr>
            <a:lvl5pPr lvl="4" rtl="0">
              <a:spcBef>
                <a:spcPts val="0"/>
              </a:spcBef>
              <a:spcAft>
                <a:spcPts val="0"/>
              </a:spcAft>
              <a:buSzPts val="3100"/>
              <a:buNone/>
              <a:defRPr/>
            </a:lvl5pPr>
            <a:lvl6pPr lvl="5" rtl="0">
              <a:spcBef>
                <a:spcPts val="0"/>
              </a:spcBef>
              <a:spcAft>
                <a:spcPts val="0"/>
              </a:spcAft>
              <a:buSzPts val="3100"/>
              <a:buNone/>
              <a:defRPr/>
            </a:lvl6pPr>
            <a:lvl7pPr lvl="6" rtl="0">
              <a:spcBef>
                <a:spcPts val="0"/>
              </a:spcBef>
              <a:spcAft>
                <a:spcPts val="0"/>
              </a:spcAft>
              <a:buSzPts val="3100"/>
              <a:buNone/>
              <a:defRPr/>
            </a:lvl7pPr>
            <a:lvl8pPr lvl="7" rtl="0">
              <a:spcBef>
                <a:spcPts val="0"/>
              </a:spcBef>
              <a:spcAft>
                <a:spcPts val="0"/>
              </a:spcAft>
              <a:buSzPts val="3100"/>
              <a:buNone/>
              <a:defRPr/>
            </a:lvl8pPr>
            <a:lvl9pPr lvl="8" rtl="0">
              <a:spcBef>
                <a:spcPts val="0"/>
              </a:spcBef>
              <a:spcAft>
                <a:spcPts val="0"/>
              </a:spcAft>
              <a:buSzPts val="3100"/>
              <a:buNone/>
              <a:defRPr/>
            </a:lvl9pPr>
          </a:lstStyle>
          <a:p>
            <a:endParaRPr/>
          </a:p>
        </p:txBody>
      </p:sp>
      <p:grpSp>
        <p:nvGrpSpPr>
          <p:cNvPr id="33" name="Google Shape;33;p6"/>
          <p:cNvGrpSpPr/>
          <p:nvPr/>
        </p:nvGrpSpPr>
        <p:grpSpPr>
          <a:xfrm>
            <a:off x="-304800" y="-209550"/>
            <a:ext cx="9486898" cy="5448300"/>
            <a:chOff x="-304800" y="-209550"/>
            <a:chExt cx="9486898" cy="5448300"/>
          </a:xfrm>
        </p:grpSpPr>
        <p:pic>
          <p:nvPicPr>
            <p:cNvPr id="34" name="Google Shape;34;p6"/>
            <p:cNvPicPr preferRelativeResize="0"/>
            <p:nvPr/>
          </p:nvPicPr>
          <p:blipFill rotWithShape="1">
            <a:blip r:embed="rId2">
              <a:alphaModFix/>
            </a:blip>
            <a:srcRect t="47392" r="6323" b="4489"/>
            <a:stretch/>
          </p:blipFill>
          <p:spPr>
            <a:xfrm rot="10800000" flipH="1">
              <a:off x="-76200" y="4355800"/>
              <a:ext cx="9258298" cy="882950"/>
            </a:xfrm>
            <a:prstGeom prst="rect">
              <a:avLst/>
            </a:prstGeom>
            <a:noFill/>
            <a:ln>
              <a:noFill/>
            </a:ln>
          </p:spPr>
        </p:pic>
        <p:pic>
          <p:nvPicPr>
            <p:cNvPr id="35" name="Google Shape;35;p6"/>
            <p:cNvPicPr preferRelativeResize="0"/>
            <p:nvPr/>
          </p:nvPicPr>
          <p:blipFill rotWithShape="1">
            <a:blip r:embed="rId3">
              <a:alphaModFix/>
            </a:blip>
            <a:srcRect l="19503" t="29970" r="23669" b="10283"/>
            <a:stretch/>
          </p:blipFill>
          <p:spPr>
            <a:xfrm rot="5400000">
              <a:off x="-76200" y="-438150"/>
              <a:ext cx="2228850" cy="2686050"/>
            </a:xfrm>
            <a:prstGeom prst="rect">
              <a:avLst/>
            </a:prstGeom>
            <a:noFill/>
            <a:ln>
              <a:noFill/>
            </a:ln>
          </p:spPr>
        </p:pic>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6"/>
        <p:cNvGrpSpPr/>
        <p:nvPr/>
      </p:nvGrpSpPr>
      <p:grpSpPr>
        <a:xfrm>
          <a:off x="0" y="0"/>
          <a:ext cx="0" cy="0"/>
          <a:chOff x="0" y="0"/>
          <a:chExt cx="0" cy="0"/>
        </a:xfrm>
      </p:grpSpPr>
      <p:sp>
        <p:nvSpPr>
          <p:cNvPr id="37" name="Google Shape;37;p7"/>
          <p:cNvSpPr txBox="1">
            <a:spLocks noGrp="1"/>
          </p:cNvSpPr>
          <p:nvPr>
            <p:ph type="title"/>
          </p:nvPr>
        </p:nvSpPr>
        <p:spPr>
          <a:xfrm>
            <a:off x="720000" y="445025"/>
            <a:ext cx="4685100" cy="655500"/>
          </a:xfrm>
          <a:prstGeom prst="rect">
            <a:avLst/>
          </a:prstGeom>
        </p:spPr>
        <p:txBody>
          <a:bodyPr spcFirstLastPara="1" wrap="square" lIns="91425" tIns="91425" rIns="91425" bIns="91425" anchor="t" anchorCtr="0">
            <a:noAutofit/>
          </a:bodyPr>
          <a:lstStyle>
            <a:lvl1pPr lvl="0" algn="l" rtl="0">
              <a:spcBef>
                <a:spcPts val="0"/>
              </a:spcBef>
              <a:spcAft>
                <a:spcPts val="0"/>
              </a:spcAft>
              <a:buSzPts val="3100"/>
              <a:buNone/>
              <a:defRPr/>
            </a:lvl1pPr>
            <a:lvl2pPr lvl="1" rtl="0">
              <a:spcBef>
                <a:spcPts val="0"/>
              </a:spcBef>
              <a:spcAft>
                <a:spcPts val="0"/>
              </a:spcAft>
              <a:buSzPts val="3100"/>
              <a:buNone/>
              <a:defRPr/>
            </a:lvl2pPr>
            <a:lvl3pPr lvl="2" rtl="0">
              <a:spcBef>
                <a:spcPts val="0"/>
              </a:spcBef>
              <a:spcAft>
                <a:spcPts val="0"/>
              </a:spcAft>
              <a:buSzPts val="3100"/>
              <a:buNone/>
              <a:defRPr/>
            </a:lvl3pPr>
            <a:lvl4pPr lvl="3" rtl="0">
              <a:spcBef>
                <a:spcPts val="0"/>
              </a:spcBef>
              <a:spcAft>
                <a:spcPts val="0"/>
              </a:spcAft>
              <a:buSzPts val="3100"/>
              <a:buNone/>
              <a:defRPr/>
            </a:lvl4pPr>
            <a:lvl5pPr lvl="4" rtl="0">
              <a:spcBef>
                <a:spcPts val="0"/>
              </a:spcBef>
              <a:spcAft>
                <a:spcPts val="0"/>
              </a:spcAft>
              <a:buSzPts val="3100"/>
              <a:buNone/>
              <a:defRPr/>
            </a:lvl5pPr>
            <a:lvl6pPr lvl="5" rtl="0">
              <a:spcBef>
                <a:spcPts val="0"/>
              </a:spcBef>
              <a:spcAft>
                <a:spcPts val="0"/>
              </a:spcAft>
              <a:buSzPts val="3100"/>
              <a:buNone/>
              <a:defRPr/>
            </a:lvl6pPr>
            <a:lvl7pPr lvl="6" rtl="0">
              <a:spcBef>
                <a:spcPts val="0"/>
              </a:spcBef>
              <a:spcAft>
                <a:spcPts val="0"/>
              </a:spcAft>
              <a:buSzPts val="3100"/>
              <a:buNone/>
              <a:defRPr/>
            </a:lvl7pPr>
            <a:lvl8pPr lvl="7" rtl="0">
              <a:spcBef>
                <a:spcPts val="0"/>
              </a:spcBef>
              <a:spcAft>
                <a:spcPts val="0"/>
              </a:spcAft>
              <a:buSzPts val="3100"/>
              <a:buNone/>
              <a:defRPr/>
            </a:lvl8pPr>
            <a:lvl9pPr lvl="8" rtl="0">
              <a:spcBef>
                <a:spcPts val="0"/>
              </a:spcBef>
              <a:spcAft>
                <a:spcPts val="0"/>
              </a:spcAft>
              <a:buSzPts val="3100"/>
              <a:buNone/>
              <a:defRPr/>
            </a:lvl9pPr>
          </a:lstStyle>
          <a:p>
            <a:endParaRPr/>
          </a:p>
        </p:txBody>
      </p:sp>
      <p:sp>
        <p:nvSpPr>
          <p:cNvPr id="38" name="Google Shape;38;p7"/>
          <p:cNvSpPr txBox="1">
            <a:spLocks noGrp="1"/>
          </p:cNvSpPr>
          <p:nvPr>
            <p:ph type="subTitle" idx="1"/>
          </p:nvPr>
        </p:nvSpPr>
        <p:spPr>
          <a:xfrm>
            <a:off x="720000" y="1427600"/>
            <a:ext cx="4685100" cy="22983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Font typeface="Nunito Light"/>
              <a:buChar char="●"/>
              <a:defRPr/>
            </a:lvl1pPr>
            <a:lvl2pPr lvl="1" algn="ctr" rtl="0">
              <a:lnSpc>
                <a:spcPct val="100000"/>
              </a:lnSpc>
              <a:spcBef>
                <a:spcPts val="0"/>
              </a:spcBef>
              <a:spcAft>
                <a:spcPts val="0"/>
              </a:spcAft>
              <a:buClr>
                <a:srgbClr val="E76A28"/>
              </a:buClr>
              <a:buSzPts val="1600"/>
              <a:buFont typeface="Nunito Light"/>
              <a:buChar char="○"/>
              <a:defRPr/>
            </a:lvl2pPr>
            <a:lvl3pPr lvl="2" algn="ctr" rtl="0">
              <a:lnSpc>
                <a:spcPct val="100000"/>
              </a:lnSpc>
              <a:spcBef>
                <a:spcPts val="0"/>
              </a:spcBef>
              <a:spcAft>
                <a:spcPts val="0"/>
              </a:spcAft>
              <a:buClr>
                <a:srgbClr val="E76A28"/>
              </a:buClr>
              <a:buSzPts val="1500"/>
              <a:buFont typeface="Nunito Light"/>
              <a:buChar char="■"/>
              <a:defRPr/>
            </a:lvl3pPr>
            <a:lvl4pPr lvl="3" algn="ctr" rtl="0">
              <a:lnSpc>
                <a:spcPct val="100000"/>
              </a:lnSpc>
              <a:spcBef>
                <a:spcPts val="0"/>
              </a:spcBef>
              <a:spcAft>
                <a:spcPts val="0"/>
              </a:spcAft>
              <a:buClr>
                <a:srgbClr val="E76A28"/>
              </a:buClr>
              <a:buSzPts val="1500"/>
              <a:buFont typeface="Nunito Light"/>
              <a:buChar char="●"/>
              <a:defRPr/>
            </a:lvl4pPr>
            <a:lvl5pPr lvl="4" algn="ctr" rtl="0">
              <a:lnSpc>
                <a:spcPct val="100000"/>
              </a:lnSpc>
              <a:spcBef>
                <a:spcPts val="0"/>
              </a:spcBef>
              <a:spcAft>
                <a:spcPts val="0"/>
              </a:spcAft>
              <a:buClr>
                <a:srgbClr val="E76A28"/>
              </a:buClr>
              <a:buSzPts val="1400"/>
              <a:buFont typeface="Nunito Light"/>
              <a:buChar char="○"/>
              <a:defRPr/>
            </a:lvl5pPr>
            <a:lvl6pPr lvl="5" algn="ctr" rtl="0">
              <a:lnSpc>
                <a:spcPct val="100000"/>
              </a:lnSpc>
              <a:spcBef>
                <a:spcPts val="0"/>
              </a:spcBef>
              <a:spcAft>
                <a:spcPts val="0"/>
              </a:spcAft>
              <a:buClr>
                <a:srgbClr val="999999"/>
              </a:buClr>
              <a:buSzPts val="1400"/>
              <a:buFont typeface="Nunito Light"/>
              <a:buChar char="■"/>
              <a:defRPr/>
            </a:lvl6pPr>
            <a:lvl7pPr lvl="6" algn="ctr" rtl="0">
              <a:lnSpc>
                <a:spcPct val="100000"/>
              </a:lnSpc>
              <a:spcBef>
                <a:spcPts val="0"/>
              </a:spcBef>
              <a:spcAft>
                <a:spcPts val="0"/>
              </a:spcAft>
              <a:buClr>
                <a:srgbClr val="999999"/>
              </a:buClr>
              <a:buSzPts val="1300"/>
              <a:buFont typeface="Nunito Light"/>
              <a:buChar char="●"/>
              <a:defRPr/>
            </a:lvl7pPr>
            <a:lvl8pPr lvl="7" algn="ctr" rtl="0">
              <a:lnSpc>
                <a:spcPct val="100000"/>
              </a:lnSpc>
              <a:spcBef>
                <a:spcPts val="0"/>
              </a:spcBef>
              <a:spcAft>
                <a:spcPts val="0"/>
              </a:spcAft>
              <a:buClr>
                <a:srgbClr val="999999"/>
              </a:buClr>
              <a:buSzPts val="1300"/>
              <a:buFont typeface="Nunito Light"/>
              <a:buChar char="○"/>
              <a:defRPr/>
            </a:lvl8pPr>
            <a:lvl9pPr lvl="8" algn="ctr" rtl="0">
              <a:lnSpc>
                <a:spcPct val="100000"/>
              </a:lnSpc>
              <a:spcBef>
                <a:spcPts val="0"/>
              </a:spcBef>
              <a:spcAft>
                <a:spcPts val="0"/>
              </a:spcAft>
              <a:buClr>
                <a:srgbClr val="999999"/>
              </a:buClr>
              <a:buSzPts val="1400"/>
              <a:buFont typeface="Nunito Light"/>
              <a:buChar char="■"/>
              <a:defRPr/>
            </a:lvl9pPr>
          </a:lstStyle>
          <a:p>
            <a:endParaRPr/>
          </a:p>
        </p:txBody>
      </p:sp>
      <p:sp>
        <p:nvSpPr>
          <p:cNvPr id="39" name="Google Shape;39;p7"/>
          <p:cNvSpPr>
            <a:spLocks noGrp="1"/>
          </p:cNvSpPr>
          <p:nvPr>
            <p:ph type="pic" idx="2"/>
          </p:nvPr>
        </p:nvSpPr>
        <p:spPr>
          <a:xfrm>
            <a:off x="6112497" y="-30250"/>
            <a:ext cx="3042300" cy="5214000"/>
          </a:xfrm>
          <a:prstGeom prst="rect">
            <a:avLst/>
          </a:prstGeom>
          <a:noFill/>
          <a:ln>
            <a:noFill/>
          </a:ln>
        </p:spPr>
      </p:sp>
      <p:pic>
        <p:nvPicPr>
          <p:cNvPr id="40" name="Google Shape;40;p7"/>
          <p:cNvPicPr preferRelativeResize="0"/>
          <p:nvPr/>
        </p:nvPicPr>
        <p:blipFill rotWithShape="1">
          <a:blip r:embed="rId2">
            <a:alphaModFix/>
          </a:blip>
          <a:srcRect r="31328" b="56278"/>
          <a:stretch/>
        </p:blipFill>
        <p:spPr>
          <a:xfrm>
            <a:off x="-674375" y="4381500"/>
            <a:ext cx="6786875" cy="802250"/>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1"/>
        <p:cNvGrpSpPr/>
        <p:nvPr/>
      </p:nvGrpSpPr>
      <p:grpSpPr>
        <a:xfrm>
          <a:off x="0" y="0"/>
          <a:ext cx="0" cy="0"/>
          <a:chOff x="0" y="0"/>
          <a:chExt cx="0" cy="0"/>
        </a:xfrm>
      </p:grpSpPr>
      <p:sp>
        <p:nvSpPr>
          <p:cNvPr id="42" name="Google Shape;42;p8"/>
          <p:cNvSpPr txBox="1">
            <a:spLocks noGrp="1"/>
          </p:cNvSpPr>
          <p:nvPr>
            <p:ph type="title"/>
          </p:nvPr>
        </p:nvSpPr>
        <p:spPr>
          <a:xfrm>
            <a:off x="713225" y="1067400"/>
            <a:ext cx="5607000" cy="1787700"/>
          </a:xfrm>
          <a:prstGeom prst="rect">
            <a:avLst/>
          </a:prstGeom>
        </p:spPr>
        <p:txBody>
          <a:bodyPr spcFirstLastPara="1" wrap="square" lIns="91425" tIns="91425" rIns="91425" bIns="91425" anchor="b" anchorCtr="0">
            <a:noAutofit/>
          </a:bodyPr>
          <a:lstStyle>
            <a:lvl1pPr lvl="0">
              <a:spcBef>
                <a:spcPts val="0"/>
              </a:spcBef>
              <a:spcAft>
                <a:spcPts val="0"/>
              </a:spcAft>
              <a:buSzPts val="4800"/>
              <a:buNone/>
              <a:defRPr sz="6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3"/>
        <p:cNvGrpSpPr/>
        <p:nvPr/>
      </p:nvGrpSpPr>
      <p:grpSpPr>
        <a:xfrm>
          <a:off x="0" y="0"/>
          <a:ext cx="0" cy="0"/>
          <a:chOff x="0" y="0"/>
          <a:chExt cx="0" cy="0"/>
        </a:xfrm>
      </p:grpSpPr>
      <p:sp>
        <p:nvSpPr>
          <p:cNvPr id="44" name="Google Shape;44;p9"/>
          <p:cNvSpPr txBox="1">
            <a:spLocks noGrp="1"/>
          </p:cNvSpPr>
          <p:nvPr>
            <p:ph type="title"/>
          </p:nvPr>
        </p:nvSpPr>
        <p:spPr>
          <a:xfrm>
            <a:off x="713225" y="788063"/>
            <a:ext cx="4872900" cy="1161300"/>
          </a:xfrm>
          <a:prstGeom prst="rect">
            <a:avLst/>
          </a:prstGeom>
        </p:spPr>
        <p:txBody>
          <a:bodyPr spcFirstLastPara="1" wrap="square" lIns="91425" tIns="91425" rIns="91425" bIns="91425" anchor="b" anchorCtr="0">
            <a:noAutofit/>
          </a:bodyPr>
          <a:lstStyle>
            <a:lvl1pPr lvl="0" rtl="0">
              <a:spcBef>
                <a:spcPts val="0"/>
              </a:spcBef>
              <a:spcAft>
                <a:spcPts val="0"/>
              </a:spcAft>
              <a:buSzPts val="3100"/>
              <a:buNone/>
              <a:defRPr sz="6500"/>
            </a:lvl1pPr>
            <a:lvl2pPr lvl="1" algn="ctr" rtl="0">
              <a:spcBef>
                <a:spcPts val="0"/>
              </a:spcBef>
              <a:spcAft>
                <a:spcPts val="0"/>
              </a:spcAft>
              <a:buSzPts val="3100"/>
              <a:buNone/>
              <a:defRPr/>
            </a:lvl2pPr>
            <a:lvl3pPr lvl="2" algn="ctr" rtl="0">
              <a:spcBef>
                <a:spcPts val="0"/>
              </a:spcBef>
              <a:spcAft>
                <a:spcPts val="0"/>
              </a:spcAft>
              <a:buSzPts val="3100"/>
              <a:buNone/>
              <a:defRPr/>
            </a:lvl3pPr>
            <a:lvl4pPr lvl="3" algn="ctr" rtl="0">
              <a:spcBef>
                <a:spcPts val="0"/>
              </a:spcBef>
              <a:spcAft>
                <a:spcPts val="0"/>
              </a:spcAft>
              <a:buSzPts val="3100"/>
              <a:buNone/>
              <a:defRPr/>
            </a:lvl4pPr>
            <a:lvl5pPr lvl="4" algn="ctr" rtl="0">
              <a:spcBef>
                <a:spcPts val="0"/>
              </a:spcBef>
              <a:spcAft>
                <a:spcPts val="0"/>
              </a:spcAft>
              <a:buSzPts val="3100"/>
              <a:buNone/>
              <a:defRPr/>
            </a:lvl5pPr>
            <a:lvl6pPr lvl="5" algn="ctr" rtl="0">
              <a:spcBef>
                <a:spcPts val="0"/>
              </a:spcBef>
              <a:spcAft>
                <a:spcPts val="0"/>
              </a:spcAft>
              <a:buSzPts val="3100"/>
              <a:buNone/>
              <a:defRPr/>
            </a:lvl6pPr>
            <a:lvl7pPr lvl="6" algn="ctr" rtl="0">
              <a:spcBef>
                <a:spcPts val="0"/>
              </a:spcBef>
              <a:spcAft>
                <a:spcPts val="0"/>
              </a:spcAft>
              <a:buSzPts val="3100"/>
              <a:buNone/>
              <a:defRPr/>
            </a:lvl7pPr>
            <a:lvl8pPr lvl="7" algn="ctr" rtl="0">
              <a:spcBef>
                <a:spcPts val="0"/>
              </a:spcBef>
              <a:spcAft>
                <a:spcPts val="0"/>
              </a:spcAft>
              <a:buSzPts val="3100"/>
              <a:buNone/>
              <a:defRPr/>
            </a:lvl8pPr>
            <a:lvl9pPr lvl="8" algn="ctr" rtl="0">
              <a:spcBef>
                <a:spcPts val="0"/>
              </a:spcBef>
              <a:spcAft>
                <a:spcPts val="0"/>
              </a:spcAft>
              <a:buSzPts val="3100"/>
              <a:buNone/>
              <a:defRPr/>
            </a:lvl9pPr>
          </a:lstStyle>
          <a:p>
            <a:endParaRPr/>
          </a:p>
        </p:txBody>
      </p:sp>
      <p:sp>
        <p:nvSpPr>
          <p:cNvPr id="45" name="Google Shape;45;p9"/>
          <p:cNvSpPr txBox="1">
            <a:spLocks noGrp="1"/>
          </p:cNvSpPr>
          <p:nvPr>
            <p:ph type="subTitle" idx="1"/>
          </p:nvPr>
        </p:nvSpPr>
        <p:spPr>
          <a:xfrm>
            <a:off x="713225" y="2083813"/>
            <a:ext cx="4872900" cy="671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6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pic>
        <p:nvPicPr>
          <p:cNvPr id="46" name="Google Shape;46;p9"/>
          <p:cNvPicPr preferRelativeResize="0"/>
          <p:nvPr/>
        </p:nvPicPr>
        <p:blipFill rotWithShape="1">
          <a:blip r:embed="rId2">
            <a:alphaModFix/>
          </a:blip>
          <a:srcRect l="19503" t="29970" r="23669" b="10283"/>
          <a:stretch/>
        </p:blipFill>
        <p:spPr>
          <a:xfrm rot="-5400000" flipH="1">
            <a:off x="6249625" y="-438150"/>
            <a:ext cx="2797900" cy="337185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7"/>
        <p:cNvGrpSpPr/>
        <p:nvPr/>
      </p:nvGrpSpPr>
      <p:grpSpPr>
        <a:xfrm>
          <a:off x="0" y="0"/>
          <a:ext cx="0" cy="0"/>
          <a:chOff x="0" y="0"/>
          <a:chExt cx="0" cy="0"/>
        </a:xfrm>
      </p:grpSpPr>
      <p:sp>
        <p:nvSpPr>
          <p:cNvPr id="48" name="Google Shape;48;p10"/>
          <p:cNvSpPr>
            <a:spLocks noGrp="1"/>
          </p:cNvSpPr>
          <p:nvPr>
            <p:ph type="pic" idx="2"/>
          </p:nvPr>
        </p:nvSpPr>
        <p:spPr>
          <a:xfrm>
            <a:off x="-25" y="-13725"/>
            <a:ext cx="9144000" cy="5157300"/>
          </a:xfrm>
          <a:prstGeom prst="rect">
            <a:avLst/>
          </a:prstGeom>
          <a:noFill/>
          <a:ln>
            <a:noFill/>
          </a:ln>
        </p:spPr>
      </p:sp>
      <p:sp>
        <p:nvSpPr>
          <p:cNvPr id="49" name="Google Shape;49;p10"/>
          <p:cNvSpPr txBox="1">
            <a:spLocks noGrp="1"/>
          </p:cNvSpPr>
          <p:nvPr>
            <p:ph type="title"/>
          </p:nvPr>
        </p:nvSpPr>
        <p:spPr>
          <a:xfrm>
            <a:off x="720000" y="539500"/>
            <a:ext cx="7704000" cy="572700"/>
          </a:xfrm>
          <a:prstGeom prst="rect">
            <a:avLst/>
          </a:prstGeom>
          <a:solidFill>
            <a:schemeClr val="lt1"/>
          </a:solidFill>
        </p:spPr>
        <p:txBody>
          <a:bodyPr spcFirstLastPara="1" wrap="square" lIns="91425" tIns="91425" rIns="91425" bIns="91425" anchor="t" anchorCtr="0">
            <a:noAutofit/>
          </a:bodyPr>
          <a:lstStyle>
            <a:lvl1pPr lvl="0" algn="ctr" rtl="0">
              <a:spcBef>
                <a:spcPts val="0"/>
              </a:spcBef>
              <a:spcAft>
                <a:spcPts val="0"/>
              </a:spcAft>
              <a:buSzPts val="3100"/>
              <a:buNone/>
              <a:defRPr sz="3000"/>
            </a:lvl1pPr>
            <a:lvl2pPr lvl="1" algn="ctr" rtl="0">
              <a:spcBef>
                <a:spcPts val="0"/>
              </a:spcBef>
              <a:spcAft>
                <a:spcPts val="0"/>
              </a:spcAft>
              <a:buSzPts val="3100"/>
              <a:buNone/>
              <a:defRPr/>
            </a:lvl2pPr>
            <a:lvl3pPr lvl="2" algn="ctr" rtl="0">
              <a:spcBef>
                <a:spcPts val="0"/>
              </a:spcBef>
              <a:spcAft>
                <a:spcPts val="0"/>
              </a:spcAft>
              <a:buSzPts val="3100"/>
              <a:buNone/>
              <a:defRPr/>
            </a:lvl3pPr>
            <a:lvl4pPr lvl="3" algn="ctr" rtl="0">
              <a:spcBef>
                <a:spcPts val="0"/>
              </a:spcBef>
              <a:spcAft>
                <a:spcPts val="0"/>
              </a:spcAft>
              <a:buSzPts val="3100"/>
              <a:buNone/>
              <a:defRPr/>
            </a:lvl4pPr>
            <a:lvl5pPr lvl="4" algn="ctr" rtl="0">
              <a:spcBef>
                <a:spcPts val="0"/>
              </a:spcBef>
              <a:spcAft>
                <a:spcPts val="0"/>
              </a:spcAft>
              <a:buSzPts val="3100"/>
              <a:buNone/>
              <a:defRPr/>
            </a:lvl5pPr>
            <a:lvl6pPr lvl="5" algn="ctr" rtl="0">
              <a:spcBef>
                <a:spcPts val="0"/>
              </a:spcBef>
              <a:spcAft>
                <a:spcPts val="0"/>
              </a:spcAft>
              <a:buSzPts val="3100"/>
              <a:buNone/>
              <a:defRPr/>
            </a:lvl6pPr>
            <a:lvl7pPr lvl="6" algn="ctr" rtl="0">
              <a:spcBef>
                <a:spcPts val="0"/>
              </a:spcBef>
              <a:spcAft>
                <a:spcPts val="0"/>
              </a:spcAft>
              <a:buSzPts val="3100"/>
              <a:buNone/>
              <a:defRPr/>
            </a:lvl7pPr>
            <a:lvl8pPr lvl="7" algn="ctr" rtl="0">
              <a:spcBef>
                <a:spcPts val="0"/>
              </a:spcBef>
              <a:spcAft>
                <a:spcPts val="0"/>
              </a:spcAft>
              <a:buSzPts val="3100"/>
              <a:buNone/>
              <a:defRPr/>
            </a:lvl8pPr>
            <a:lvl9pPr lvl="8" algn="ctr" rtl="0">
              <a:spcBef>
                <a:spcPts val="0"/>
              </a:spcBef>
              <a:spcAft>
                <a:spcPts val="0"/>
              </a:spcAft>
              <a:buSzPts val="3100"/>
              <a:buNone/>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0"/>
        <p:cNvGrpSpPr/>
        <p:nvPr/>
      </p:nvGrpSpPr>
      <p:grpSpPr>
        <a:xfrm>
          <a:off x="0" y="0"/>
          <a:ext cx="0" cy="0"/>
          <a:chOff x="0" y="0"/>
          <a:chExt cx="0" cy="0"/>
        </a:xfrm>
      </p:grpSpPr>
      <p:sp>
        <p:nvSpPr>
          <p:cNvPr id="51" name="Google Shape;51;p11"/>
          <p:cNvSpPr txBox="1">
            <a:spLocks noGrp="1"/>
          </p:cNvSpPr>
          <p:nvPr>
            <p:ph type="title" hasCustomPrompt="1"/>
          </p:nvPr>
        </p:nvSpPr>
        <p:spPr>
          <a:xfrm>
            <a:off x="713225" y="838800"/>
            <a:ext cx="4757100" cy="1095600"/>
          </a:xfrm>
          <a:prstGeom prst="rect">
            <a:avLst/>
          </a:prstGeom>
        </p:spPr>
        <p:txBody>
          <a:bodyPr spcFirstLastPara="1" wrap="square" lIns="91425" tIns="91425" rIns="91425" bIns="91425" anchor="b" anchorCtr="0">
            <a:noAutofit/>
          </a:bodyPr>
          <a:lstStyle>
            <a:lvl1pPr lvl="0">
              <a:spcBef>
                <a:spcPts val="0"/>
              </a:spcBef>
              <a:spcAft>
                <a:spcPts val="0"/>
              </a:spcAft>
              <a:buSzPts val="9600"/>
              <a:buNone/>
              <a:defRPr sz="6000" b="1"/>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52" name="Google Shape;52;p11"/>
          <p:cNvSpPr txBox="1">
            <a:spLocks noGrp="1"/>
          </p:cNvSpPr>
          <p:nvPr>
            <p:ph type="subTitle" idx="1"/>
          </p:nvPr>
        </p:nvSpPr>
        <p:spPr>
          <a:xfrm>
            <a:off x="713225" y="2010604"/>
            <a:ext cx="4757100" cy="4971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pic>
        <p:nvPicPr>
          <p:cNvPr id="53" name="Google Shape;53;p11"/>
          <p:cNvPicPr preferRelativeResize="0"/>
          <p:nvPr/>
        </p:nvPicPr>
        <p:blipFill>
          <a:blip r:embed="rId2">
            <a:alphaModFix/>
          </a:blip>
          <a:stretch>
            <a:fillRect/>
          </a:stretch>
        </p:blipFill>
        <p:spPr>
          <a:xfrm>
            <a:off x="7358401" y="-297450"/>
            <a:ext cx="1981200" cy="2027975"/>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bg>
      <p:bgPr>
        <a:noFill/>
        <a:effectLst/>
      </p:bgPr>
    </p:bg>
    <p:spTree>
      <p:nvGrpSpPr>
        <p:cNvPr id="1" name="Shape 54"/>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BLANK_1_1_1_1_1_1">
    <p:spTree>
      <p:nvGrpSpPr>
        <p:cNvPr id="1" name="Shape 55"/>
        <p:cNvGrpSpPr/>
        <p:nvPr/>
      </p:nvGrpSpPr>
      <p:grpSpPr>
        <a:xfrm>
          <a:off x="0" y="0"/>
          <a:ext cx="0" cy="0"/>
          <a:chOff x="0" y="0"/>
          <a:chExt cx="0" cy="0"/>
        </a:xfrm>
      </p:grpSpPr>
      <p:grpSp>
        <p:nvGrpSpPr>
          <p:cNvPr id="56" name="Google Shape;56;p13"/>
          <p:cNvGrpSpPr/>
          <p:nvPr/>
        </p:nvGrpSpPr>
        <p:grpSpPr>
          <a:xfrm>
            <a:off x="-304775" y="-133351"/>
            <a:ext cx="10705675" cy="5793351"/>
            <a:chOff x="-304775" y="-133351"/>
            <a:chExt cx="10705675" cy="5793351"/>
          </a:xfrm>
        </p:grpSpPr>
        <p:pic>
          <p:nvPicPr>
            <p:cNvPr id="57" name="Google Shape;57;p13"/>
            <p:cNvPicPr preferRelativeResize="0"/>
            <p:nvPr/>
          </p:nvPicPr>
          <p:blipFill rotWithShape="1">
            <a:blip r:embed="rId2">
              <a:alphaModFix/>
            </a:blip>
            <a:srcRect t="60366"/>
            <a:stretch/>
          </p:blipFill>
          <p:spPr>
            <a:xfrm flipH="1">
              <a:off x="-304775" y="-133351"/>
              <a:ext cx="9144001" cy="672850"/>
            </a:xfrm>
            <a:prstGeom prst="rect">
              <a:avLst/>
            </a:prstGeom>
            <a:noFill/>
            <a:ln>
              <a:noFill/>
            </a:ln>
          </p:spPr>
        </p:pic>
        <p:pic>
          <p:nvPicPr>
            <p:cNvPr id="58" name="Google Shape;58;p13"/>
            <p:cNvPicPr preferRelativeResize="0"/>
            <p:nvPr/>
          </p:nvPicPr>
          <p:blipFill>
            <a:blip r:embed="rId3">
              <a:alphaModFix/>
            </a:blip>
            <a:stretch>
              <a:fillRect/>
            </a:stretch>
          </p:blipFill>
          <p:spPr>
            <a:xfrm rot="5400000">
              <a:off x="7952975" y="3212075"/>
              <a:ext cx="2419350" cy="2476500"/>
            </a:xfrm>
            <a:prstGeom prst="rect">
              <a:avLst/>
            </a:prstGeom>
            <a:noFill/>
            <a:ln>
              <a:noFill/>
            </a:ln>
          </p:spPr>
        </p:pic>
      </p:grpSp>
      <p:sp>
        <p:nvSpPr>
          <p:cNvPr id="59" name="Google Shape;59;p1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lgn="l" rtl="0">
              <a:spcBef>
                <a:spcPts val="0"/>
              </a:spcBef>
              <a:spcAft>
                <a:spcPts val="0"/>
              </a:spcAft>
              <a:buSzPts val="3100"/>
              <a:buNone/>
              <a:defRPr b="0"/>
            </a:lvl1pPr>
            <a:lvl2pPr lvl="1" rtl="0">
              <a:spcBef>
                <a:spcPts val="0"/>
              </a:spcBef>
              <a:spcAft>
                <a:spcPts val="0"/>
              </a:spcAft>
              <a:buSzPts val="3100"/>
              <a:buNone/>
              <a:defRPr/>
            </a:lvl2pPr>
            <a:lvl3pPr lvl="2" rtl="0">
              <a:spcBef>
                <a:spcPts val="0"/>
              </a:spcBef>
              <a:spcAft>
                <a:spcPts val="0"/>
              </a:spcAft>
              <a:buSzPts val="3100"/>
              <a:buNone/>
              <a:defRPr/>
            </a:lvl3pPr>
            <a:lvl4pPr lvl="3" rtl="0">
              <a:spcBef>
                <a:spcPts val="0"/>
              </a:spcBef>
              <a:spcAft>
                <a:spcPts val="0"/>
              </a:spcAft>
              <a:buSzPts val="3100"/>
              <a:buNone/>
              <a:defRPr/>
            </a:lvl4pPr>
            <a:lvl5pPr lvl="4" rtl="0">
              <a:spcBef>
                <a:spcPts val="0"/>
              </a:spcBef>
              <a:spcAft>
                <a:spcPts val="0"/>
              </a:spcAft>
              <a:buSzPts val="3100"/>
              <a:buNone/>
              <a:defRPr/>
            </a:lvl5pPr>
            <a:lvl6pPr lvl="5" rtl="0">
              <a:spcBef>
                <a:spcPts val="0"/>
              </a:spcBef>
              <a:spcAft>
                <a:spcPts val="0"/>
              </a:spcAft>
              <a:buSzPts val="3100"/>
              <a:buNone/>
              <a:defRPr/>
            </a:lvl6pPr>
            <a:lvl7pPr lvl="6" rtl="0">
              <a:spcBef>
                <a:spcPts val="0"/>
              </a:spcBef>
              <a:spcAft>
                <a:spcPts val="0"/>
              </a:spcAft>
              <a:buSzPts val="3100"/>
              <a:buNone/>
              <a:defRPr/>
            </a:lvl7pPr>
            <a:lvl8pPr lvl="7" rtl="0">
              <a:spcBef>
                <a:spcPts val="0"/>
              </a:spcBef>
              <a:spcAft>
                <a:spcPts val="0"/>
              </a:spcAft>
              <a:buSzPts val="3100"/>
              <a:buNone/>
              <a:defRPr/>
            </a:lvl8pPr>
            <a:lvl9pPr lvl="8" rtl="0">
              <a:spcBef>
                <a:spcPts val="0"/>
              </a:spcBef>
              <a:spcAft>
                <a:spcPts val="0"/>
              </a:spcAft>
              <a:buSzPts val="3100"/>
              <a:buNone/>
              <a:defRPr/>
            </a:lvl9pPr>
          </a:lstStyle>
          <a:p>
            <a:endParaRPr/>
          </a:p>
        </p:txBody>
      </p:sp>
      <p:sp>
        <p:nvSpPr>
          <p:cNvPr id="60" name="Google Shape;60;p13"/>
          <p:cNvSpPr txBox="1">
            <a:spLocks noGrp="1"/>
          </p:cNvSpPr>
          <p:nvPr>
            <p:ph type="subTitle" idx="1"/>
          </p:nvPr>
        </p:nvSpPr>
        <p:spPr>
          <a:xfrm>
            <a:off x="1591950" y="2814405"/>
            <a:ext cx="23055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61" name="Google Shape;61;p13"/>
          <p:cNvSpPr txBox="1">
            <a:spLocks noGrp="1"/>
          </p:cNvSpPr>
          <p:nvPr>
            <p:ph type="subTitle" idx="2"/>
          </p:nvPr>
        </p:nvSpPr>
        <p:spPr>
          <a:xfrm>
            <a:off x="1591950" y="1709505"/>
            <a:ext cx="23055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62" name="Google Shape;62;p13"/>
          <p:cNvSpPr txBox="1">
            <a:spLocks noGrp="1"/>
          </p:cNvSpPr>
          <p:nvPr>
            <p:ph type="subTitle" idx="3"/>
          </p:nvPr>
        </p:nvSpPr>
        <p:spPr>
          <a:xfrm>
            <a:off x="1591950" y="3919305"/>
            <a:ext cx="23055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63" name="Google Shape;63;p13"/>
          <p:cNvSpPr txBox="1">
            <a:spLocks noGrp="1"/>
          </p:cNvSpPr>
          <p:nvPr>
            <p:ph type="subTitle" idx="4"/>
          </p:nvPr>
        </p:nvSpPr>
        <p:spPr>
          <a:xfrm>
            <a:off x="5344800" y="1709505"/>
            <a:ext cx="23055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64" name="Google Shape;64;p13"/>
          <p:cNvSpPr txBox="1">
            <a:spLocks noGrp="1"/>
          </p:cNvSpPr>
          <p:nvPr>
            <p:ph type="subTitle" idx="5"/>
          </p:nvPr>
        </p:nvSpPr>
        <p:spPr>
          <a:xfrm>
            <a:off x="5344800" y="2814405"/>
            <a:ext cx="23055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65" name="Google Shape;65;p13"/>
          <p:cNvSpPr txBox="1">
            <a:spLocks noGrp="1"/>
          </p:cNvSpPr>
          <p:nvPr>
            <p:ph type="subTitle" idx="6"/>
          </p:nvPr>
        </p:nvSpPr>
        <p:spPr>
          <a:xfrm>
            <a:off x="5344800" y="3919305"/>
            <a:ext cx="23055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66" name="Google Shape;66;p13"/>
          <p:cNvSpPr txBox="1">
            <a:spLocks noGrp="1"/>
          </p:cNvSpPr>
          <p:nvPr>
            <p:ph type="title" idx="7" hasCustomPrompt="1"/>
          </p:nvPr>
        </p:nvSpPr>
        <p:spPr>
          <a:xfrm>
            <a:off x="720000" y="1345001"/>
            <a:ext cx="734700" cy="484800"/>
          </a:xfrm>
          <a:prstGeom prst="rect">
            <a:avLst/>
          </a:prstGeom>
          <a:noFill/>
        </p:spPr>
        <p:txBody>
          <a:bodyPr spcFirstLastPara="1" wrap="square" lIns="91425" tIns="91425" rIns="91425" bIns="91425" anchor="b" anchorCtr="0">
            <a:noAutofit/>
          </a:bodyPr>
          <a:lstStyle>
            <a:lvl1pPr lvl="0" algn="ctr" rtl="0">
              <a:spcBef>
                <a:spcPts val="0"/>
              </a:spcBef>
              <a:spcAft>
                <a:spcPts val="0"/>
              </a:spcAft>
              <a:buSzPts val="3000"/>
              <a:buNone/>
              <a:defRPr sz="2100" b="1"/>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67" name="Google Shape;67;p13"/>
          <p:cNvSpPr txBox="1">
            <a:spLocks noGrp="1"/>
          </p:cNvSpPr>
          <p:nvPr>
            <p:ph type="title" idx="8" hasCustomPrompt="1"/>
          </p:nvPr>
        </p:nvSpPr>
        <p:spPr>
          <a:xfrm>
            <a:off x="4472850" y="2449906"/>
            <a:ext cx="734700" cy="484800"/>
          </a:xfrm>
          <a:prstGeom prst="rect">
            <a:avLst/>
          </a:prstGeom>
          <a:noFill/>
        </p:spPr>
        <p:txBody>
          <a:bodyPr spcFirstLastPara="1" wrap="square" lIns="91425" tIns="91425" rIns="91425" bIns="91425" anchor="b" anchorCtr="0">
            <a:noAutofit/>
          </a:bodyPr>
          <a:lstStyle>
            <a:lvl1pPr lvl="0" algn="ctr" rtl="0">
              <a:spcBef>
                <a:spcPts val="0"/>
              </a:spcBef>
              <a:spcAft>
                <a:spcPts val="0"/>
              </a:spcAft>
              <a:buSzPts val="3000"/>
              <a:buNone/>
              <a:defRPr sz="2100" b="1"/>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68" name="Google Shape;68;p13"/>
          <p:cNvSpPr txBox="1">
            <a:spLocks noGrp="1"/>
          </p:cNvSpPr>
          <p:nvPr>
            <p:ph type="title" idx="9" hasCustomPrompt="1"/>
          </p:nvPr>
        </p:nvSpPr>
        <p:spPr>
          <a:xfrm>
            <a:off x="4472850" y="1345001"/>
            <a:ext cx="734700" cy="484800"/>
          </a:xfrm>
          <a:prstGeom prst="rect">
            <a:avLst/>
          </a:prstGeom>
          <a:noFill/>
        </p:spPr>
        <p:txBody>
          <a:bodyPr spcFirstLastPara="1" wrap="square" lIns="91425" tIns="91425" rIns="91425" bIns="91425" anchor="b" anchorCtr="0">
            <a:noAutofit/>
          </a:bodyPr>
          <a:lstStyle>
            <a:lvl1pPr lvl="0" algn="ctr" rtl="0">
              <a:spcBef>
                <a:spcPts val="0"/>
              </a:spcBef>
              <a:spcAft>
                <a:spcPts val="0"/>
              </a:spcAft>
              <a:buSzPts val="3000"/>
              <a:buNone/>
              <a:defRPr sz="2100" b="1"/>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69" name="Google Shape;69;p13"/>
          <p:cNvSpPr txBox="1">
            <a:spLocks noGrp="1"/>
          </p:cNvSpPr>
          <p:nvPr>
            <p:ph type="title" idx="13" hasCustomPrompt="1"/>
          </p:nvPr>
        </p:nvSpPr>
        <p:spPr>
          <a:xfrm>
            <a:off x="720000" y="2449906"/>
            <a:ext cx="734700" cy="484800"/>
          </a:xfrm>
          <a:prstGeom prst="rect">
            <a:avLst/>
          </a:prstGeom>
          <a:noFill/>
        </p:spPr>
        <p:txBody>
          <a:bodyPr spcFirstLastPara="1" wrap="square" lIns="91425" tIns="91425" rIns="91425" bIns="91425" anchor="b" anchorCtr="0">
            <a:noAutofit/>
          </a:bodyPr>
          <a:lstStyle>
            <a:lvl1pPr lvl="0" algn="ctr" rtl="0">
              <a:spcBef>
                <a:spcPts val="0"/>
              </a:spcBef>
              <a:spcAft>
                <a:spcPts val="0"/>
              </a:spcAft>
              <a:buSzPts val="3000"/>
              <a:buNone/>
              <a:defRPr sz="2100" b="1"/>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70" name="Google Shape;70;p13"/>
          <p:cNvSpPr txBox="1">
            <a:spLocks noGrp="1"/>
          </p:cNvSpPr>
          <p:nvPr>
            <p:ph type="title" idx="14" hasCustomPrompt="1"/>
          </p:nvPr>
        </p:nvSpPr>
        <p:spPr>
          <a:xfrm>
            <a:off x="4472850" y="3554800"/>
            <a:ext cx="734700" cy="484800"/>
          </a:xfrm>
          <a:prstGeom prst="rect">
            <a:avLst/>
          </a:prstGeom>
          <a:noFill/>
        </p:spPr>
        <p:txBody>
          <a:bodyPr spcFirstLastPara="1" wrap="square" lIns="91425" tIns="91425" rIns="91425" bIns="91425" anchor="b" anchorCtr="0">
            <a:noAutofit/>
          </a:bodyPr>
          <a:lstStyle>
            <a:lvl1pPr lvl="0" algn="ctr" rtl="0">
              <a:spcBef>
                <a:spcPts val="0"/>
              </a:spcBef>
              <a:spcAft>
                <a:spcPts val="0"/>
              </a:spcAft>
              <a:buSzPts val="3000"/>
              <a:buNone/>
              <a:defRPr sz="2100" b="1"/>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71" name="Google Shape;71;p13"/>
          <p:cNvSpPr txBox="1">
            <a:spLocks noGrp="1"/>
          </p:cNvSpPr>
          <p:nvPr>
            <p:ph type="title" idx="15" hasCustomPrompt="1"/>
          </p:nvPr>
        </p:nvSpPr>
        <p:spPr>
          <a:xfrm>
            <a:off x="720000" y="3554800"/>
            <a:ext cx="734700" cy="484800"/>
          </a:xfrm>
          <a:prstGeom prst="rect">
            <a:avLst/>
          </a:prstGeom>
          <a:noFill/>
        </p:spPr>
        <p:txBody>
          <a:bodyPr spcFirstLastPara="1" wrap="square" lIns="91425" tIns="91425" rIns="91425" bIns="91425" anchor="b" anchorCtr="0">
            <a:noAutofit/>
          </a:bodyPr>
          <a:lstStyle>
            <a:lvl1pPr lvl="0" algn="ctr" rtl="0">
              <a:spcBef>
                <a:spcPts val="0"/>
              </a:spcBef>
              <a:spcAft>
                <a:spcPts val="0"/>
              </a:spcAft>
              <a:buSzPts val="3000"/>
              <a:buNone/>
              <a:defRPr sz="2100" b="1"/>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72" name="Google Shape;72;p13"/>
          <p:cNvSpPr txBox="1">
            <a:spLocks noGrp="1"/>
          </p:cNvSpPr>
          <p:nvPr>
            <p:ph type="subTitle" idx="16"/>
          </p:nvPr>
        </p:nvSpPr>
        <p:spPr>
          <a:xfrm>
            <a:off x="1591950" y="1345012"/>
            <a:ext cx="2305500" cy="484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DM Sans"/>
              <a:buNone/>
              <a:defRPr sz="2100">
                <a:solidFill>
                  <a:schemeClr val="dk1"/>
                </a:solidFill>
                <a:latin typeface="Questrial"/>
                <a:ea typeface="Questrial"/>
                <a:cs typeface="Questrial"/>
                <a:sym typeface="Questrial"/>
              </a:defRPr>
            </a:lvl1pPr>
            <a:lvl2pPr lvl="1" rtl="0">
              <a:lnSpc>
                <a:spcPct val="100000"/>
              </a:lnSpc>
              <a:spcBef>
                <a:spcPts val="0"/>
              </a:spcBef>
              <a:spcAft>
                <a:spcPts val="0"/>
              </a:spcAft>
              <a:buSzPts val="2400"/>
              <a:buFont typeface="DM Sans"/>
              <a:buNone/>
              <a:defRPr sz="2400" b="1">
                <a:latin typeface="DM Sans"/>
                <a:ea typeface="DM Sans"/>
                <a:cs typeface="DM Sans"/>
                <a:sym typeface="DM Sans"/>
              </a:defRPr>
            </a:lvl2pPr>
            <a:lvl3pPr lvl="2" rtl="0">
              <a:lnSpc>
                <a:spcPct val="100000"/>
              </a:lnSpc>
              <a:spcBef>
                <a:spcPts val="0"/>
              </a:spcBef>
              <a:spcAft>
                <a:spcPts val="0"/>
              </a:spcAft>
              <a:buSzPts val="2400"/>
              <a:buFont typeface="DM Sans"/>
              <a:buNone/>
              <a:defRPr sz="2400" b="1">
                <a:latin typeface="DM Sans"/>
                <a:ea typeface="DM Sans"/>
                <a:cs typeface="DM Sans"/>
                <a:sym typeface="DM Sans"/>
              </a:defRPr>
            </a:lvl3pPr>
            <a:lvl4pPr lvl="3" rtl="0">
              <a:lnSpc>
                <a:spcPct val="100000"/>
              </a:lnSpc>
              <a:spcBef>
                <a:spcPts val="0"/>
              </a:spcBef>
              <a:spcAft>
                <a:spcPts val="0"/>
              </a:spcAft>
              <a:buSzPts val="2400"/>
              <a:buFont typeface="DM Sans"/>
              <a:buNone/>
              <a:defRPr sz="2400" b="1">
                <a:latin typeface="DM Sans"/>
                <a:ea typeface="DM Sans"/>
                <a:cs typeface="DM Sans"/>
                <a:sym typeface="DM Sans"/>
              </a:defRPr>
            </a:lvl4pPr>
            <a:lvl5pPr lvl="4" rtl="0">
              <a:lnSpc>
                <a:spcPct val="100000"/>
              </a:lnSpc>
              <a:spcBef>
                <a:spcPts val="0"/>
              </a:spcBef>
              <a:spcAft>
                <a:spcPts val="0"/>
              </a:spcAft>
              <a:buSzPts val="2400"/>
              <a:buFont typeface="DM Sans"/>
              <a:buNone/>
              <a:defRPr sz="2400" b="1">
                <a:latin typeface="DM Sans"/>
                <a:ea typeface="DM Sans"/>
                <a:cs typeface="DM Sans"/>
                <a:sym typeface="DM Sans"/>
              </a:defRPr>
            </a:lvl5pPr>
            <a:lvl6pPr lvl="5" rtl="0">
              <a:lnSpc>
                <a:spcPct val="100000"/>
              </a:lnSpc>
              <a:spcBef>
                <a:spcPts val="0"/>
              </a:spcBef>
              <a:spcAft>
                <a:spcPts val="0"/>
              </a:spcAft>
              <a:buSzPts val="2400"/>
              <a:buFont typeface="DM Sans"/>
              <a:buNone/>
              <a:defRPr sz="2400" b="1">
                <a:latin typeface="DM Sans"/>
                <a:ea typeface="DM Sans"/>
                <a:cs typeface="DM Sans"/>
                <a:sym typeface="DM Sans"/>
              </a:defRPr>
            </a:lvl6pPr>
            <a:lvl7pPr lvl="6" rtl="0">
              <a:lnSpc>
                <a:spcPct val="100000"/>
              </a:lnSpc>
              <a:spcBef>
                <a:spcPts val="0"/>
              </a:spcBef>
              <a:spcAft>
                <a:spcPts val="0"/>
              </a:spcAft>
              <a:buSzPts val="2400"/>
              <a:buFont typeface="DM Sans"/>
              <a:buNone/>
              <a:defRPr sz="2400" b="1">
                <a:latin typeface="DM Sans"/>
                <a:ea typeface="DM Sans"/>
                <a:cs typeface="DM Sans"/>
                <a:sym typeface="DM Sans"/>
              </a:defRPr>
            </a:lvl7pPr>
            <a:lvl8pPr lvl="7" rtl="0">
              <a:lnSpc>
                <a:spcPct val="100000"/>
              </a:lnSpc>
              <a:spcBef>
                <a:spcPts val="0"/>
              </a:spcBef>
              <a:spcAft>
                <a:spcPts val="0"/>
              </a:spcAft>
              <a:buSzPts val="2400"/>
              <a:buFont typeface="DM Sans"/>
              <a:buNone/>
              <a:defRPr sz="2400" b="1">
                <a:latin typeface="DM Sans"/>
                <a:ea typeface="DM Sans"/>
                <a:cs typeface="DM Sans"/>
                <a:sym typeface="DM Sans"/>
              </a:defRPr>
            </a:lvl8pPr>
            <a:lvl9pPr lvl="8" rtl="0">
              <a:lnSpc>
                <a:spcPct val="100000"/>
              </a:lnSpc>
              <a:spcBef>
                <a:spcPts val="0"/>
              </a:spcBef>
              <a:spcAft>
                <a:spcPts val="0"/>
              </a:spcAft>
              <a:buSzPts val="2400"/>
              <a:buFont typeface="DM Sans"/>
              <a:buNone/>
              <a:defRPr sz="2400" b="1">
                <a:latin typeface="DM Sans"/>
                <a:ea typeface="DM Sans"/>
                <a:cs typeface="DM Sans"/>
                <a:sym typeface="DM Sans"/>
              </a:defRPr>
            </a:lvl9pPr>
          </a:lstStyle>
          <a:p>
            <a:endParaRPr/>
          </a:p>
        </p:txBody>
      </p:sp>
      <p:sp>
        <p:nvSpPr>
          <p:cNvPr id="73" name="Google Shape;73;p13"/>
          <p:cNvSpPr txBox="1">
            <a:spLocks noGrp="1"/>
          </p:cNvSpPr>
          <p:nvPr>
            <p:ph type="subTitle" idx="17"/>
          </p:nvPr>
        </p:nvSpPr>
        <p:spPr>
          <a:xfrm>
            <a:off x="1591950" y="2449912"/>
            <a:ext cx="2305500" cy="484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DM Sans"/>
              <a:buNone/>
              <a:defRPr sz="2100">
                <a:solidFill>
                  <a:schemeClr val="dk1"/>
                </a:solidFill>
                <a:latin typeface="Questrial"/>
                <a:ea typeface="Questrial"/>
                <a:cs typeface="Questrial"/>
                <a:sym typeface="Questrial"/>
              </a:defRPr>
            </a:lvl1pPr>
            <a:lvl2pPr lvl="1" rtl="0">
              <a:lnSpc>
                <a:spcPct val="100000"/>
              </a:lnSpc>
              <a:spcBef>
                <a:spcPts val="0"/>
              </a:spcBef>
              <a:spcAft>
                <a:spcPts val="0"/>
              </a:spcAft>
              <a:buSzPts val="2400"/>
              <a:buFont typeface="DM Sans"/>
              <a:buNone/>
              <a:defRPr sz="2400" b="1">
                <a:latin typeface="DM Sans"/>
                <a:ea typeface="DM Sans"/>
                <a:cs typeface="DM Sans"/>
                <a:sym typeface="DM Sans"/>
              </a:defRPr>
            </a:lvl2pPr>
            <a:lvl3pPr lvl="2" rtl="0">
              <a:lnSpc>
                <a:spcPct val="100000"/>
              </a:lnSpc>
              <a:spcBef>
                <a:spcPts val="0"/>
              </a:spcBef>
              <a:spcAft>
                <a:spcPts val="0"/>
              </a:spcAft>
              <a:buSzPts val="2400"/>
              <a:buFont typeface="DM Sans"/>
              <a:buNone/>
              <a:defRPr sz="2400" b="1">
                <a:latin typeface="DM Sans"/>
                <a:ea typeface="DM Sans"/>
                <a:cs typeface="DM Sans"/>
                <a:sym typeface="DM Sans"/>
              </a:defRPr>
            </a:lvl3pPr>
            <a:lvl4pPr lvl="3" rtl="0">
              <a:lnSpc>
                <a:spcPct val="100000"/>
              </a:lnSpc>
              <a:spcBef>
                <a:spcPts val="0"/>
              </a:spcBef>
              <a:spcAft>
                <a:spcPts val="0"/>
              </a:spcAft>
              <a:buSzPts val="2400"/>
              <a:buFont typeface="DM Sans"/>
              <a:buNone/>
              <a:defRPr sz="2400" b="1">
                <a:latin typeface="DM Sans"/>
                <a:ea typeface="DM Sans"/>
                <a:cs typeface="DM Sans"/>
                <a:sym typeface="DM Sans"/>
              </a:defRPr>
            </a:lvl4pPr>
            <a:lvl5pPr lvl="4" rtl="0">
              <a:lnSpc>
                <a:spcPct val="100000"/>
              </a:lnSpc>
              <a:spcBef>
                <a:spcPts val="0"/>
              </a:spcBef>
              <a:spcAft>
                <a:spcPts val="0"/>
              </a:spcAft>
              <a:buSzPts val="2400"/>
              <a:buFont typeface="DM Sans"/>
              <a:buNone/>
              <a:defRPr sz="2400" b="1">
                <a:latin typeface="DM Sans"/>
                <a:ea typeface="DM Sans"/>
                <a:cs typeface="DM Sans"/>
                <a:sym typeface="DM Sans"/>
              </a:defRPr>
            </a:lvl5pPr>
            <a:lvl6pPr lvl="5" rtl="0">
              <a:lnSpc>
                <a:spcPct val="100000"/>
              </a:lnSpc>
              <a:spcBef>
                <a:spcPts val="0"/>
              </a:spcBef>
              <a:spcAft>
                <a:spcPts val="0"/>
              </a:spcAft>
              <a:buSzPts val="2400"/>
              <a:buFont typeface="DM Sans"/>
              <a:buNone/>
              <a:defRPr sz="2400" b="1">
                <a:latin typeface="DM Sans"/>
                <a:ea typeface="DM Sans"/>
                <a:cs typeface="DM Sans"/>
                <a:sym typeface="DM Sans"/>
              </a:defRPr>
            </a:lvl6pPr>
            <a:lvl7pPr lvl="6" rtl="0">
              <a:lnSpc>
                <a:spcPct val="100000"/>
              </a:lnSpc>
              <a:spcBef>
                <a:spcPts val="0"/>
              </a:spcBef>
              <a:spcAft>
                <a:spcPts val="0"/>
              </a:spcAft>
              <a:buSzPts val="2400"/>
              <a:buFont typeface="DM Sans"/>
              <a:buNone/>
              <a:defRPr sz="2400" b="1">
                <a:latin typeface="DM Sans"/>
                <a:ea typeface="DM Sans"/>
                <a:cs typeface="DM Sans"/>
                <a:sym typeface="DM Sans"/>
              </a:defRPr>
            </a:lvl7pPr>
            <a:lvl8pPr lvl="7" rtl="0">
              <a:lnSpc>
                <a:spcPct val="100000"/>
              </a:lnSpc>
              <a:spcBef>
                <a:spcPts val="0"/>
              </a:spcBef>
              <a:spcAft>
                <a:spcPts val="0"/>
              </a:spcAft>
              <a:buSzPts val="2400"/>
              <a:buFont typeface="DM Sans"/>
              <a:buNone/>
              <a:defRPr sz="2400" b="1">
                <a:latin typeface="DM Sans"/>
                <a:ea typeface="DM Sans"/>
                <a:cs typeface="DM Sans"/>
                <a:sym typeface="DM Sans"/>
              </a:defRPr>
            </a:lvl8pPr>
            <a:lvl9pPr lvl="8" rtl="0">
              <a:lnSpc>
                <a:spcPct val="100000"/>
              </a:lnSpc>
              <a:spcBef>
                <a:spcPts val="0"/>
              </a:spcBef>
              <a:spcAft>
                <a:spcPts val="0"/>
              </a:spcAft>
              <a:buSzPts val="2400"/>
              <a:buFont typeface="DM Sans"/>
              <a:buNone/>
              <a:defRPr sz="2400" b="1">
                <a:latin typeface="DM Sans"/>
                <a:ea typeface="DM Sans"/>
                <a:cs typeface="DM Sans"/>
                <a:sym typeface="DM Sans"/>
              </a:defRPr>
            </a:lvl9pPr>
          </a:lstStyle>
          <a:p>
            <a:endParaRPr/>
          </a:p>
        </p:txBody>
      </p:sp>
      <p:sp>
        <p:nvSpPr>
          <p:cNvPr id="74" name="Google Shape;74;p13"/>
          <p:cNvSpPr txBox="1">
            <a:spLocks noGrp="1"/>
          </p:cNvSpPr>
          <p:nvPr>
            <p:ph type="subTitle" idx="18"/>
          </p:nvPr>
        </p:nvSpPr>
        <p:spPr>
          <a:xfrm>
            <a:off x="5344800" y="2449906"/>
            <a:ext cx="2305500" cy="484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DM Sans"/>
              <a:buNone/>
              <a:defRPr sz="2100">
                <a:solidFill>
                  <a:schemeClr val="dk1"/>
                </a:solidFill>
                <a:latin typeface="Questrial"/>
                <a:ea typeface="Questrial"/>
                <a:cs typeface="Questrial"/>
                <a:sym typeface="Questrial"/>
              </a:defRPr>
            </a:lvl1pPr>
            <a:lvl2pPr lvl="1" rtl="0">
              <a:lnSpc>
                <a:spcPct val="100000"/>
              </a:lnSpc>
              <a:spcBef>
                <a:spcPts val="0"/>
              </a:spcBef>
              <a:spcAft>
                <a:spcPts val="0"/>
              </a:spcAft>
              <a:buSzPts val="2400"/>
              <a:buFont typeface="DM Sans"/>
              <a:buNone/>
              <a:defRPr sz="2400" b="1">
                <a:latin typeface="DM Sans"/>
                <a:ea typeface="DM Sans"/>
                <a:cs typeface="DM Sans"/>
                <a:sym typeface="DM Sans"/>
              </a:defRPr>
            </a:lvl2pPr>
            <a:lvl3pPr lvl="2" rtl="0">
              <a:lnSpc>
                <a:spcPct val="100000"/>
              </a:lnSpc>
              <a:spcBef>
                <a:spcPts val="0"/>
              </a:spcBef>
              <a:spcAft>
                <a:spcPts val="0"/>
              </a:spcAft>
              <a:buSzPts val="2400"/>
              <a:buFont typeface="DM Sans"/>
              <a:buNone/>
              <a:defRPr sz="2400" b="1">
                <a:latin typeface="DM Sans"/>
                <a:ea typeface="DM Sans"/>
                <a:cs typeface="DM Sans"/>
                <a:sym typeface="DM Sans"/>
              </a:defRPr>
            </a:lvl3pPr>
            <a:lvl4pPr lvl="3" rtl="0">
              <a:lnSpc>
                <a:spcPct val="100000"/>
              </a:lnSpc>
              <a:spcBef>
                <a:spcPts val="0"/>
              </a:spcBef>
              <a:spcAft>
                <a:spcPts val="0"/>
              </a:spcAft>
              <a:buSzPts val="2400"/>
              <a:buFont typeface="DM Sans"/>
              <a:buNone/>
              <a:defRPr sz="2400" b="1">
                <a:latin typeface="DM Sans"/>
                <a:ea typeface="DM Sans"/>
                <a:cs typeface="DM Sans"/>
                <a:sym typeface="DM Sans"/>
              </a:defRPr>
            </a:lvl4pPr>
            <a:lvl5pPr lvl="4" rtl="0">
              <a:lnSpc>
                <a:spcPct val="100000"/>
              </a:lnSpc>
              <a:spcBef>
                <a:spcPts val="0"/>
              </a:spcBef>
              <a:spcAft>
                <a:spcPts val="0"/>
              </a:spcAft>
              <a:buSzPts val="2400"/>
              <a:buFont typeface="DM Sans"/>
              <a:buNone/>
              <a:defRPr sz="2400" b="1">
                <a:latin typeface="DM Sans"/>
                <a:ea typeface="DM Sans"/>
                <a:cs typeface="DM Sans"/>
                <a:sym typeface="DM Sans"/>
              </a:defRPr>
            </a:lvl5pPr>
            <a:lvl6pPr lvl="5" rtl="0">
              <a:lnSpc>
                <a:spcPct val="100000"/>
              </a:lnSpc>
              <a:spcBef>
                <a:spcPts val="0"/>
              </a:spcBef>
              <a:spcAft>
                <a:spcPts val="0"/>
              </a:spcAft>
              <a:buSzPts val="2400"/>
              <a:buFont typeface="DM Sans"/>
              <a:buNone/>
              <a:defRPr sz="2400" b="1">
                <a:latin typeface="DM Sans"/>
                <a:ea typeface="DM Sans"/>
                <a:cs typeface="DM Sans"/>
                <a:sym typeface="DM Sans"/>
              </a:defRPr>
            </a:lvl6pPr>
            <a:lvl7pPr lvl="6" rtl="0">
              <a:lnSpc>
                <a:spcPct val="100000"/>
              </a:lnSpc>
              <a:spcBef>
                <a:spcPts val="0"/>
              </a:spcBef>
              <a:spcAft>
                <a:spcPts val="0"/>
              </a:spcAft>
              <a:buSzPts val="2400"/>
              <a:buFont typeface="DM Sans"/>
              <a:buNone/>
              <a:defRPr sz="2400" b="1">
                <a:latin typeface="DM Sans"/>
                <a:ea typeface="DM Sans"/>
                <a:cs typeface="DM Sans"/>
                <a:sym typeface="DM Sans"/>
              </a:defRPr>
            </a:lvl7pPr>
            <a:lvl8pPr lvl="7" rtl="0">
              <a:lnSpc>
                <a:spcPct val="100000"/>
              </a:lnSpc>
              <a:spcBef>
                <a:spcPts val="0"/>
              </a:spcBef>
              <a:spcAft>
                <a:spcPts val="0"/>
              </a:spcAft>
              <a:buSzPts val="2400"/>
              <a:buFont typeface="DM Sans"/>
              <a:buNone/>
              <a:defRPr sz="2400" b="1">
                <a:latin typeface="DM Sans"/>
                <a:ea typeface="DM Sans"/>
                <a:cs typeface="DM Sans"/>
                <a:sym typeface="DM Sans"/>
              </a:defRPr>
            </a:lvl8pPr>
            <a:lvl9pPr lvl="8" rtl="0">
              <a:lnSpc>
                <a:spcPct val="100000"/>
              </a:lnSpc>
              <a:spcBef>
                <a:spcPts val="0"/>
              </a:spcBef>
              <a:spcAft>
                <a:spcPts val="0"/>
              </a:spcAft>
              <a:buSzPts val="2400"/>
              <a:buFont typeface="DM Sans"/>
              <a:buNone/>
              <a:defRPr sz="2400" b="1">
                <a:latin typeface="DM Sans"/>
                <a:ea typeface="DM Sans"/>
                <a:cs typeface="DM Sans"/>
                <a:sym typeface="DM Sans"/>
              </a:defRPr>
            </a:lvl9pPr>
          </a:lstStyle>
          <a:p>
            <a:endParaRPr/>
          </a:p>
        </p:txBody>
      </p:sp>
      <p:sp>
        <p:nvSpPr>
          <p:cNvPr id="75" name="Google Shape;75;p13"/>
          <p:cNvSpPr txBox="1">
            <a:spLocks noGrp="1"/>
          </p:cNvSpPr>
          <p:nvPr>
            <p:ph type="subTitle" idx="19"/>
          </p:nvPr>
        </p:nvSpPr>
        <p:spPr>
          <a:xfrm>
            <a:off x="1591950" y="3554812"/>
            <a:ext cx="2305500" cy="484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DM Sans"/>
              <a:buNone/>
              <a:defRPr sz="2100">
                <a:solidFill>
                  <a:schemeClr val="dk1"/>
                </a:solidFill>
                <a:latin typeface="Questrial"/>
                <a:ea typeface="Questrial"/>
                <a:cs typeface="Questrial"/>
                <a:sym typeface="Questrial"/>
              </a:defRPr>
            </a:lvl1pPr>
            <a:lvl2pPr lvl="1" rtl="0">
              <a:lnSpc>
                <a:spcPct val="100000"/>
              </a:lnSpc>
              <a:spcBef>
                <a:spcPts val="0"/>
              </a:spcBef>
              <a:spcAft>
                <a:spcPts val="0"/>
              </a:spcAft>
              <a:buSzPts val="2400"/>
              <a:buFont typeface="DM Sans"/>
              <a:buNone/>
              <a:defRPr sz="2400" b="1">
                <a:latin typeface="DM Sans"/>
                <a:ea typeface="DM Sans"/>
                <a:cs typeface="DM Sans"/>
                <a:sym typeface="DM Sans"/>
              </a:defRPr>
            </a:lvl2pPr>
            <a:lvl3pPr lvl="2" rtl="0">
              <a:lnSpc>
                <a:spcPct val="100000"/>
              </a:lnSpc>
              <a:spcBef>
                <a:spcPts val="0"/>
              </a:spcBef>
              <a:spcAft>
                <a:spcPts val="0"/>
              </a:spcAft>
              <a:buSzPts val="2400"/>
              <a:buFont typeface="DM Sans"/>
              <a:buNone/>
              <a:defRPr sz="2400" b="1">
                <a:latin typeface="DM Sans"/>
                <a:ea typeface="DM Sans"/>
                <a:cs typeface="DM Sans"/>
                <a:sym typeface="DM Sans"/>
              </a:defRPr>
            </a:lvl3pPr>
            <a:lvl4pPr lvl="3" rtl="0">
              <a:lnSpc>
                <a:spcPct val="100000"/>
              </a:lnSpc>
              <a:spcBef>
                <a:spcPts val="0"/>
              </a:spcBef>
              <a:spcAft>
                <a:spcPts val="0"/>
              </a:spcAft>
              <a:buSzPts val="2400"/>
              <a:buFont typeface="DM Sans"/>
              <a:buNone/>
              <a:defRPr sz="2400" b="1">
                <a:latin typeface="DM Sans"/>
                <a:ea typeface="DM Sans"/>
                <a:cs typeface="DM Sans"/>
                <a:sym typeface="DM Sans"/>
              </a:defRPr>
            </a:lvl4pPr>
            <a:lvl5pPr lvl="4" rtl="0">
              <a:lnSpc>
                <a:spcPct val="100000"/>
              </a:lnSpc>
              <a:spcBef>
                <a:spcPts val="0"/>
              </a:spcBef>
              <a:spcAft>
                <a:spcPts val="0"/>
              </a:spcAft>
              <a:buSzPts val="2400"/>
              <a:buFont typeface="DM Sans"/>
              <a:buNone/>
              <a:defRPr sz="2400" b="1">
                <a:latin typeface="DM Sans"/>
                <a:ea typeface="DM Sans"/>
                <a:cs typeface="DM Sans"/>
                <a:sym typeface="DM Sans"/>
              </a:defRPr>
            </a:lvl5pPr>
            <a:lvl6pPr lvl="5" rtl="0">
              <a:lnSpc>
                <a:spcPct val="100000"/>
              </a:lnSpc>
              <a:spcBef>
                <a:spcPts val="0"/>
              </a:spcBef>
              <a:spcAft>
                <a:spcPts val="0"/>
              </a:spcAft>
              <a:buSzPts val="2400"/>
              <a:buFont typeface="DM Sans"/>
              <a:buNone/>
              <a:defRPr sz="2400" b="1">
                <a:latin typeface="DM Sans"/>
                <a:ea typeface="DM Sans"/>
                <a:cs typeface="DM Sans"/>
                <a:sym typeface="DM Sans"/>
              </a:defRPr>
            </a:lvl6pPr>
            <a:lvl7pPr lvl="6" rtl="0">
              <a:lnSpc>
                <a:spcPct val="100000"/>
              </a:lnSpc>
              <a:spcBef>
                <a:spcPts val="0"/>
              </a:spcBef>
              <a:spcAft>
                <a:spcPts val="0"/>
              </a:spcAft>
              <a:buSzPts val="2400"/>
              <a:buFont typeface="DM Sans"/>
              <a:buNone/>
              <a:defRPr sz="2400" b="1">
                <a:latin typeface="DM Sans"/>
                <a:ea typeface="DM Sans"/>
                <a:cs typeface="DM Sans"/>
                <a:sym typeface="DM Sans"/>
              </a:defRPr>
            </a:lvl7pPr>
            <a:lvl8pPr lvl="7" rtl="0">
              <a:lnSpc>
                <a:spcPct val="100000"/>
              </a:lnSpc>
              <a:spcBef>
                <a:spcPts val="0"/>
              </a:spcBef>
              <a:spcAft>
                <a:spcPts val="0"/>
              </a:spcAft>
              <a:buSzPts val="2400"/>
              <a:buFont typeface="DM Sans"/>
              <a:buNone/>
              <a:defRPr sz="2400" b="1">
                <a:latin typeface="DM Sans"/>
                <a:ea typeface="DM Sans"/>
                <a:cs typeface="DM Sans"/>
                <a:sym typeface="DM Sans"/>
              </a:defRPr>
            </a:lvl8pPr>
            <a:lvl9pPr lvl="8" rtl="0">
              <a:lnSpc>
                <a:spcPct val="100000"/>
              </a:lnSpc>
              <a:spcBef>
                <a:spcPts val="0"/>
              </a:spcBef>
              <a:spcAft>
                <a:spcPts val="0"/>
              </a:spcAft>
              <a:buSzPts val="2400"/>
              <a:buFont typeface="DM Sans"/>
              <a:buNone/>
              <a:defRPr sz="2400" b="1">
                <a:latin typeface="DM Sans"/>
                <a:ea typeface="DM Sans"/>
                <a:cs typeface="DM Sans"/>
                <a:sym typeface="DM Sans"/>
              </a:defRPr>
            </a:lvl9pPr>
          </a:lstStyle>
          <a:p>
            <a:endParaRPr/>
          </a:p>
        </p:txBody>
      </p:sp>
      <p:sp>
        <p:nvSpPr>
          <p:cNvPr id="76" name="Google Shape;76;p13"/>
          <p:cNvSpPr txBox="1">
            <a:spLocks noGrp="1"/>
          </p:cNvSpPr>
          <p:nvPr>
            <p:ph type="subTitle" idx="20"/>
          </p:nvPr>
        </p:nvSpPr>
        <p:spPr>
          <a:xfrm>
            <a:off x="5344800" y="1345001"/>
            <a:ext cx="2305500" cy="484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DM Sans"/>
              <a:buNone/>
              <a:defRPr sz="2100">
                <a:solidFill>
                  <a:schemeClr val="dk1"/>
                </a:solidFill>
                <a:latin typeface="Questrial"/>
                <a:ea typeface="Questrial"/>
                <a:cs typeface="Questrial"/>
                <a:sym typeface="Questrial"/>
              </a:defRPr>
            </a:lvl1pPr>
            <a:lvl2pPr lvl="1" rtl="0">
              <a:lnSpc>
                <a:spcPct val="100000"/>
              </a:lnSpc>
              <a:spcBef>
                <a:spcPts val="0"/>
              </a:spcBef>
              <a:spcAft>
                <a:spcPts val="0"/>
              </a:spcAft>
              <a:buSzPts val="2400"/>
              <a:buFont typeface="DM Sans"/>
              <a:buNone/>
              <a:defRPr sz="2400" b="1">
                <a:latin typeface="DM Sans"/>
                <a:ea typeface="DM Sans"/>
                <a:cs typeface="DM Sans"/>
                <a:sym typeface="DM Sans"/>
              </a:defRPr>
            </a:lvl2pPr>
            <a:lvl3pPr lvl="2" rtl="0">
              <a:lnSpc>
                <a:spcPct val="100000"/>
              </a:lnSpc>
              <a:spcBef>
                <a:spcPts val="0"/>
              </a:spcBef>
              <a:spcAft>
                <a:spcPts val="0"/>
              </a:spcAft>
              <a:buSzPts val="2400"/>
              <a:buFont typeface="DM Sans"/>
              <a:buNone/>
              <a:defRPr sz="2400" b="1">
                <a:latin typeface="DM Sans"/>
                <a:ea typeface="DM Sans"/>
                <a:cs typeface="DM Sans"/>
                <a:sym typeface="DM Sans"/>
              </a:defRPr>
            </a:lvl3pPr>
            <a:lvl4pPr lvl="3" rtl="0">
              <a:lnSpc>
                <a:spcPct val="100000"/>
              </a:lnSpc>
              <a:spcBef>
                <a:spcPts val="0"/>
              </a:spcBef>
              <a:spcAft>
                <a:spcPts val="0"/>
              </a:spcAft>
              <a:buSzPts val="2400"/>
              <a:buFont typeface="DM Sans"/>
              <a:buNone/>
              <a:defRPr sz="2400" b="1">
                <a:latin typeface="DM Sans"/>
                <a:ea typeface="DM Sans"/>
                <a:cs typeface="DM Sans"/>
                <a:sym typeface="DM Sans"/>
              </a:defRPr>
            </a:lvl4pPr>
            <a:lvl5pPr lvl="4" rtl="0">
              <a:lnSpc>
                <a:spcPct val="100000"/>
              </a:lnSpc>
              <a:spcBef>
                <a:spcPts val="0"/>
              </a:spcBef>
              <a:spcAft>
                <a:spcPts val="0"/>
              </a:spcAft>
              <a:buSzPts val="2400"/>
              <a:buFont typeface="DM Sans"/>
              <a:buNone/>
              <a:defRPr sz="2400" b="1">
                <a:latin typeface="DM Sans"/>
                <a:ea typeface="DM Sans"/>
                <a:cs typeface="DM Sans"/>
                <a:sym typeface="DM Sans"/>
              </a:defRPr>
            </a:lvl5pPr>
            <a:lvl6pPr lvl="5" rtl="0">
              <a:lnSpc>
                <a:spcPct val="100000"/>
              </a:lnSpc>
              <a:spcBef>
                <a:spcPts val="0"/>
              </a:spcBef>
              <a:spcAft>
                <a:spcPts val="0"/>
              </a:spcAft>
              <a:buSzPts val="2400"/>
              <a:buFont typeface="DM Sans"/>
              <a:buNone/>
              <a:defRPr sz="2400" b="1">
                <a:latin typeface="DM Sans"/>
                <a:ea typeface="DM Sans"/>
                <a:cs typeface="DM Sans"/>
                <a:sym typeface="DM Sans"/>
              </a:defRPr>
            </a:lvl6pPr>
            <a:lvl7pPr lvl="6" rtl="0">
              <a:lnSpc>
                <a:spcPct val="100000"/>
              </a:lnSpc>
              <a:spcBef>
                <a:spcPts val="0"/>
              </a:spcBef>
              <a:spcAft>
                <a:spcPts val="0"/>
              </a:spcAft>
              <a:buSzPts val="2400"/>
              <a:buFont typeface="DM Sans"/>
              <a:buNone/>
              <a:defRPr sz="2400" b="1">
                <a:latin typeface="DM Sans"/>
                <a:ea typeface="DM Sans"/>
                <a:cs typeface="DM Sans"/>
                <a:sym typeface="DM Sans"/>
              </a:defRPr>
            </a:lvl7pPr>
            <a:lvl8pPr lvl="7" rtl="0">
              <a:lnSpc>
                <a:spcPct val="100000"/>
              </a:lnSpc>
              <a:spcBef>
                <a:spcPts val="0"/>
              </a:spcBef>
              <a:spcAft>
                <a:spcPts val="0"/>
              </a:spcAft>
              <a:buSzPts val="2400"/>
              <a:buFont typeface="DM Sans"/>
              <a:buNone/>
              <a:defRPr sz="2400" b="1">
                <a:latin typeface="DM Sans"/>
                <a:ea typeface="DM Sans"/>
                <a:cs typeface="DM Sans"/>
                <a:sym typeface="DM Sans"/>
              </a:defRPr>
            </a:lvl8pPr>
            <a:lvl9pPr lvl="8" rtl="0">
              <a:lnSpc>
                <a:spcPct val="100000"/>
              </a:lnSpc>
              <a:spcBef>
                <a:spcPts val="0"/>
              </a:spcBef>
              <a:spcAft>
                <a:spcPts val="0"/>
              </a:spcAft>
              <a:buSzPts val="2400"/>
              <a:buFont typeface="DM Sans"/>
              <a:buNone/>
              <a:defRPr sz="2400" b="1">
                <a:latin typeface="DM Sans"/>
                <a:ea typeface="DM Sans"/>
                <a:cs typeface="DM Sans"/>
                <a:sym typeface="DM Sans"/>
              </a:defRPr>
            </a:lvl9pPr>
          </a:lstStyle>
          <a:p>
            <a:endParaRPr/>
          </a:p>
        </p:txBody>
      </p:sp>
      <p:sp>
        <p:nvSpPr>
          <p:cNvPr id="77" name="Google Shape;77;p13"/>
          <p:cNvSpPr txBox="1">
            <a:spLocks noGrp="1"/>
          </p:cNvSpPr>
          <p:nvPr>
            <p:ph type="subTitle" idx="21"/>
          </p:nvPr>
        </p:nvSpPr>
        <p:spPr>
          <a:xfrm>
            <a:off x="5344800" y="3554800"/>
            <a:ext cx="2305500" cy="484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DM Sans"/>
              <a:buNone/>
              <a:defRPr sz="2100">
                <a:solidFill>
                  <a:schemeClr val="dk1"/>
                </a:solidFill>
                <a:latin typeface="Questrial"/>
                <a:ea typeface="Questrial"/>
                <a:cs typeface="Questrial"/>
                <a:sym typeface="Questrial"/>
              </a:defRPr>
            </a:lvl1pPr>
            <a:lvl2pPr lvl="1" rtl="0">
              <a:lnSpc>
                <a:spcPct val="100000"/>
              </a:lnSpc>
              <a:spcBef>
                <a:spcPts val="0"/>
              </a:spcBef>
              <a:spcAft>
                <a:spcPts val="0"/>
              </a:spcAft>
              <a:buSzPts val="2400"/>
              <a:buFont typeface="DM Sans"/>
              <a:buNone/>
              <a:defRPr sz="2400" b="1">
                <a:latin typeface="DM Sans"/>
                <a:ea typeface="DM Sans"/>
                <a:cs typeface="DM Sans"/>
                <a:sym typeface="DM Sans"/>
              </a:defRPr>
            </a:lvl2pPr>
            <a:lvl3pPr lvl="2" rtl="0">
              <a:lnSpc>
                <a:spcPct val="100000"/>
              </a:lnSpc>
              <a:spcBef>
                <a:spcPts val="0"/>
              </a:spcBef>
              <a:spcAft>
                <a:spcPts val="0"/>
              </a:spcAft>
              <a:buSzPts val="2400"/>
              <a:buFont typeface="DM Sans"/>
              <a:buNone/>
              <a:defRPr sz="2400" b="1">
                <a:latin typeface="DM Sans"/>
                <a:ea typeface="DM Sans"/>
                <a:cs typeface="DM Sans"/>
                <a:sym typeface="DM Sans"/>
              </a:defRPr>
            </a:lvl3pPr>
            <a:lvl4pPr lvl="3" rtl="0">
              <a:lnSpc>
                <a:spcPct val="100000"/>
              </a:lnSpc>
              <a:spcBef>
                <a:spcPts val="0"/>
              </a:spcBef>
              <a:spcAft>
                <a:spcPts val="0"/>
              </a:spcAft>
              <a:buSzPts val="2400"/>
              <a:buFont typeface="DM Sans"/>
              <a:buNone/>
              <a:defRPr sz="2400" b="1">
                <a:latin typeface="DM Sans"/>
                <a:ea typeface="DM Sans"/>
                <a:cs typeface="DM Sans"/>
                <a:sym typeface="DM Sans"/>
              </a:defRPr>
            </a:lvl4pPr>
            <a:lvl5pPr lvl="4" rtl="0">
              <a:lnSpc>
                <a:spcPct val="100000"/>
              </a:lnSpc>
              <a:spcBef>
                <a:spcPts val="0"/>
              </a:spcBef>
              <a:spcAft>
                <a:spcPts val="0"/>
              </a:spcAft>
              <a:buSzPts val="2400"/>
              <a:buFont typeface="DM Sans"/>
              <a:buNone/>
              <a:defRPr sz="2400" b="1">
                <a:latin typeface="DM Sans"/>
                <a:ea typeface="DM Sans"/>
                <a:cs typeface="DM Sans"/>
                <a:sym typeface="DM Sans"/>
              </a:defRPr>
            </a:lvl5pPr>
            <a:lvl6pPr lvl="5" rtl="0">
              <a:lnSpc>
                <a:spcPct val="100000"/>
              </a:lnSpc>
              <a:spcBef>
                <a:spcPts val="0"/>
              </a:spcBef>
              <a:spcAft>
                <a:spcPts val="0"/>
              </a:spcAft>
              <a:buSzPts val="2400"/>
              <a:buFont typeface="DM Sans"/>
              <a:buNone/>
              <a:defRPr sz="2400" b="1">
                <a:latin typeface="DM Sans"/>
                <a:ea typeface="DM Sans"/>
                <a:cs typeface="DM Sans"/>
                <a:sym typeface="DM Sans"/>
              </a:defRPr>
            </a:lvl6pPr>
            <a:lvl7pPr lvl="6" rtl="0">
              <a:lnSpc>
                <a:spcPct val="100000"/>
              </a:lnSpc>
              <a:spcBef>
                <a:spcPts val="0"/>
              </a:spcBef>
              <a:spcAft>
                <a:spcPts val="0"/>
              </a:spcAft>
              <a:buSzPts val="2400"/>
              <a:buFont typeface="DM Sans"/>
              <a:buNone/>
              <a:defRPr sz="2400" b="1">
                <a:latin typeface="DM Sans"/>
                <a:ea typeface="DM Sans"/>
                <a:cs typeface="DM Sans"/>
                <a:sym typeface="DM Sans"/>
              </a:defRPr>
            </a:lvl7pPr>
            <a:lvl8pPr lvl="7" rtl="0">
              <a:lnSpc>
                <a:spcPct val="100000"/>
              </a:lnSpc>
              <a:spcBef>
                <a:spcPts val="0"/>
              </a:spcBef>
              <a:spcAft>
                <a:spcPts val="0"/>
              </a:spcAft>
              <a:buSzPts val="2400"/>
              <a:buFont typeface="DM Sans"/>
              <a:buNone/>
              <a:defRPr sz="2400" b="1">
                <a:latin typeface="DM Sans"/>
                <a:ea typeface="DM Sans"/>
                <a:cs typeface="DM Sans"/>
                <a:sym typeface="DM Sans"/>
              </a:defRPr>
            </a:lvl8pPr>
            <a:lvl9pPr lvl="8" rtl="0">
              <a:lnSpc>
                <a:spcPct val="100000"/>
              </a:lnSpc>
              <a:spcBef>
                <a:spcPts val="0"/>
              </a:spcBef>
              <a:spcAft>
                <a:spcPts val="0"/>
              </a:spcAft>
              <a:buSzPts val="2400"/>
              <a:buFont typeface="DM Sans"/>
              <a:buNone/>
              <a:defRPr sz="2400" b="1">
                <a:latin typeface="DM Sans"/>
                <a:ea typeface="DM Sans"/>
                <a:cs typeface="DM Sans"/>
                <a:sym typeface="DM Sans"/>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Quote">
  <p:cSld name="BLANK_1_1">
    <p:spTree>
      <p:nvGrpSpPr>
        <p:cNvPr id="1" name="Shape 78"/>
        <p:cNvGrpSpPr/>
        <p:nvPr/>
      </p:nvGrpSpPr>
      <p:grpSpPr>
        <a:xfrm>
          <a:off x="0" y="0"/>
          <a:ext cx="0" cy="0"/>
          <a:chOff x="0" y="0"/>
          <a:chExt cx="0" cy="0"/>
        </a:xfrm>
      </p:grpSpPr>
      <p:sp>
        <p:nvSpPr>
          <p:cNvPr id="79" name="Google Shape;79;p14"/>
          <p:cNvSpPr txBox="1">
            <a:spLocks noGrp="1"/>
          </p:cNvSpPr>
          <p:nvPr>
            <p:ph type="title"/>
          </p:nvPr>
        </p:nvSpPr>
        <p:spPr>
          <a:xfrm>
            <a:off x="713225" y="2940300"/>
            <a:ext cx="4397700" cy="4305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sz="2100"/>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endParaRPr/>
          </a:p>
        </p:txBody>
      </p:sp>
      <p:sp>
        <p:nvSpPr>
          <p:cNvPr id="80" name="Google Shape;80;p14"/>
          <p:cNvSpPr txBox="1">
            <a:spLocks noGrp="1"/>
          </p:cNvSpPr>
          <p:nvPr>
            <p:ph type="subTitle" idx="1"/>
          </p:nvPr>
        </p:nvSpPr>
        <p:spPr>
          <a:xfrm>
            <a:off x="713225" y="1198700"/>
            <a:ext cx="6691200" cy="15687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sz="2500"/>
            </a:lvl1pPr>
            <a:lvl2pPr lvl="1" algn="ctr" rtl="0">
              <a:lnSpc>
                <a:spcPct val="100000"/>
              </a:lnSpc>
              <a:spcBef>
                <a:spcPts val="0"/>
              </a:spcBef>
              <a:spcAft>
                <a:spcPts val="0"/>
              </a:spcAft>
              <a:buSzPts val="3000"/>
              <a:buNone/>
              <a:defRPr sz="3000"/>
            </a:lvl2pPr>
            <a:lvl3pPr lvl="2" algn="ctr" rtl="0">
              <a:lnSpc>
                <a:spcPct val="100000"/>
              </a:lnSpc>
              <a:spcBef>
                <a:spcPts val="0"/>
              </a:spcBef>
              <a:spcAft>
                <a:spcPts val="0"/>
              </a:spcAft>
              <a:buSzPts val="3000"/>
              <a:buNone/>
              <a:defRPr sz="3000"/>
            </a:lvl3pPr>
            <a:lvl4pPr lvl="3" algn="ctr" rtl="0">
              <a:lnSpc>
                <a:spcPct val="100000"/>
              </a:lnSpc>
              <a:spcBef>
                <a:spcPts val="0"/>
              </a:spcBef>
              <a:spcAft>
                <a:spcPts val="0"/>
              </a:spcAft>
              <a:buSzPts val="3000"/>
              <a:buNone/>
              <a:defRPr sz="3000"/>
            </a:lvl4pPr>
            <a:lvl5pPr lvl="4" algn="ctr" rtl="0">
              <a:lnSpc>
                <a:spcPct val="100000"/>
              </a:lnSpc>
              <a:spcBef>
                <a:spcPts val="0"/>
              </a:spcBef>
              <a:spcAft>
                <a:spcPts val="0"/>
              </a:spcAft>
              <a:buSzPts val="3000"/>
              <a:buNone/>
              <a:defRPr sz="3000"/>
            </a:lvl5pPr>
            <a:lvl6pPr lvl="5" algn="ctr" rtl="0">
              <a:lnSpc>
                <a:spcPct val="100000"/>
              </a:lnSpc>
              <a:spcBef>
                <a:spcPts val="0"/>
              </a:spcBef>
              <a:spcAft>
                <a:spcPts val="0"/>
              </a:spcAft>
              <a:buSzPts val="3000"/>
              <a:buNone/>
              <a:defRPr sz="3000"/>
            </a:lvl6pPr>
            <a:lvl7pPr lvl="6" algn="ctr" rtl="0">
              <a:lnSpc>
                <a:spcPct val="100000"/>
              </a:lnSpc>
              <a:spcBef>
                <a:spcPts val="0"/>
              </a:spcBef>
              <a:spcAft>
                <a:spcPts val="0"/>
              </a:spcAft>
              <a:buSzPts val="3000"/>
              <a:buNone/>
              <a:defRPr sz="3000"/>
            </a:lvl7pPr>
            <a:lvl8pPr lvl="7" algn="ctr" rtl="0">
              <a:lnSpc>
                <a:spcPct val="100000"/>
              </a:lnSpc>
              <a:spcBef>
                <a:spcPts val="0"/>
              </a:spcBef>
              <a:spcAft>
                <a:spcPts val="0"/>
              </a:spcAft>
              <a:buSzPts val="3000"/>
              <a:buNone/>
              <a:defRPr sz="3000"/>
            </a:lvl8pPr>
            <a:lvl9pPr lvl="8" algn="ctr" rtl="0">
              <a:lnSpc>
                <a:spcPct val="100000"/>
              </a:lnSpc>
              <a:spcBef>
                <a:spcPts val="0"/>
              </a:spcBef>
              <a:spcAft>
                <a:spcPts val="0"/>
              </a:spcAft>
              <a:buSzPts val="3000"/>
              <a:buNone/>
              <a:defRPr sz="3000"/>
            </a:lvl9pPr>
          </a:lstStyle>
          <a:p>
            <a:endParaRPr/>
          </a:p>
        </p:txBody>
      </p:sp>
      <p:pic>
        <p:nvPicPr>
          <p:cNvPr id="81" name="Google Shape;81;p14"/>
          <p:cNvPicPr preferRelativeResize="0"/>
          <p:nvPr/>
        </p:nvPicPr>
        <p:blipFill>
          <a:blip r:embed="rId2">
            <a:alphaModFix/>
          </a:blip>
          <a:stretch>
            <a:fillRect/>
          </a:stretch>
        </p:blipFill>
        <p:spPr>
          <a:xfrm flipH="1">
            <a:off x="-413549" y="-792750"/>
            <a:ext cx="1981200" cy="2027975"/>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text">
  <p:cSld name="CUSTOM">
    <p:spTree>
      <p:nvGrpSpPr>
        <p:cNvPr id="1" name="Shape 82"/>
        <p:cNvGrpSpPr/>
        <p:nvPr/>
      </p:nvGrpSpPr>
      <p:grpSpPr>
        <a:xfrm>
          <a:off x="0" y="0"/>
          <a:ext cx="0" cy="0"/>
          <a:chOff x="0" y="0"/>
          <a:chExt cx="0" cy="0"/>
        </a:xfrm>
      </p:grpSpPr>
      <p:grpSp>
        <p:nvGrpSpPr>
          <p:cNvPr id="83" name="Google Shape;83;p15"/>
          <p:cNvGrpSpPr/>
          <p:nvPr/>
        </p:nvGrpSpPr>
        <p:grpSpPr>
          <a:xfrm>
            <a:off x="-610316" y="-95250"/>
            <a:ext cx="3631132" cy="7151546"/>
            <a:chOff x="-610316" y="-95250"/>
            <a:chExt cx="3631132" cy="7151546"/>
          </a:xfrm>
        </p:grpSpPr>
        <p:pic>
          <p:nvPicPr>
            <p:cNvPr id="84" name="Google Shape;84;p15"/>
            <p:cNvPicPr preferRelativeResize="0"/>
            <p:nvPr/>
          </p:nvPicPr>
          <p:blipFill rotWithShape="1">
            <a:blip r:embed="rId2">
              <a:alphaModFix/>
            </a:blip>
            <a:srcRect t="48974" r="12945" b="10384"/>
            <a:stretch/>
          </p:blipFill>
          <p:spPr>
            <a:xfrm flipH="1">
              <a:off x="-114300" y="-95250"/>
              <a:ext cx="2562900" cy="1224750"/>
            </a:xfrm>
            <a:prstGeom prst="rect">
              <a:avLst/>
            </a:prstGeom>
            <a:noFill/>
            <a:ln>
              <a:noFill/>
            </a:ln>
          </p:spPr>
        </p:pic>
        <p:pic>
          <p:nvPicPr>
            <p:cNvPr id="85" name="Google Shape;85;p15"/>
            <p:cNvPicPr preferRelativeResize="0"/>
            <p:nvPr/>
          </p:nvPicPr>
          <p:blipFill rotWithShape="1">
            <a:blip r:embed="rId2">
              <a:alphaModFix/>
            </a:blip>
            <a:srcRect t="12943" b="10382"/>
            <a:stretch/>
          </p:blipFill>
          <p:spPr>
            <a:xfrm rot="-7672025" flipH="1">
              <a:off x="-266700" y="4029825"/>
              <a:ext cx="2943900" cy="2310600"/>
            </a:xfrm>
            <a:prstGeom prst="rect">
              <a:avLst/>
            </a:prstGeom>
            <a:noFill/>
            <a:ln>
              <a:noFill/>
            </a:ln>
          </p:spPr>
        </p:pic>
      </p:grpSp>
      <p:sp>
        <p:nvSpPr>
          <p:cNvPr id="86" name="Google Shape;86;p15"/>
          <p:cNvSpPr txBox="1">
            <a:spLocks noGrp="1"/>
          </p:cNvSpPr>
          <p:nvPr>
            <p:ph type="title"/>
          </p:nvPr>
        </p:nvSpPr>
        <p:spPr>
          <a:xfrm>
            <a:off x="720000" y="1231800"/>
            <a:ext cx="3595200" cy="1694100"/>
          </a:xfrm>
          <a:prstGeom prst="rect">
            <a:avLst/>
          </a:prstGeom>
        </p:spPr>
        <p:txBody>
          <a:bodyPr spcFirstLastPara="1" wrap="square" lIns="91425" tIns="91425" rIns="91425" bIns="91425" anchor="b" anchorCtr="0">
            <a:noAutofit/>
          </a:bodyPr>
          <a:lstStyle>
            <a:lvl1pPr lvl="0" algn="l" rtl="0">
              <a:spcBef>
                <a:spcPts val="0"/>
              </a:spcBef>
              <a:spcAft>
                <a:spcPts val="0"/>
              </a:spcAft>
              <a:buSzPts val="3100"/>
              <a:buNone/>
              <a:defRPr/>
            </a:lvl1pPr>
            <a:lvl2pPr lvl="1" rtl="0">
              <a:spcBef>
                <a:spcPts val="0"/>
              </a:spcBef>
              <a:spcAft>
                <a:spcPts val="0"/>
              </a:spcAft>
              <a:buSzPts val="3100"/>
              <a:buNone/>
              <a:defRPr/>
            </a:lvl2pPr>
            <a:lvl3pPr lvl="2" rtl="0">
              <a:spcBef>
                <a:spcPts val="0"/>
              </a:spcBef>
              <a:spcAft>
                <a:spcPts val="0"/>
              </a:spcAft>
              <a:buSzPts val="3100"/>
              <a:buNone/>
              <a:defRPr/>
            </a:lvl3pPr>
            <a:lvl4pPr lvl="3" rtl="0">
              <a:spcBef>
                <a:spcPts val="0"/>
              </a:spcBef>
              <a:spcAft>
                <a:spcPts val="0"/>
              </a:spcAft>
              <a:buSzPts val="3100"/>
              <a:buNone/>
              <a:defRPr/>
            </a:lvl4pPr>
            <a:lvl5pPr lvl="4" rtl="0">
              <a:spcBef>
                <a:spcPts val="0"/>
              </a:spcBef>
              <a:spcAft>
                <a:spcPts val="0"/>
              </a:spcAft>
              <a:buSzPts val="3100"/>
              <a:buNone/>
              <a:defRPr/>
            </a:lvl5pPr>
            <a:lvl6pPr lvl="5" rtl="0">
              <a:spcBef>
                <a:spcPts val="0"/>
              </a:spcBef>
              <a:spcAft>
                <a:spcPts val="0"/>
              </a:spcAft>
              <a:buSzPts val="3100"/>
              <a:buNone/>
              <a:defRPr/>
            </a:lvl6pPr>
            <a:lvl7pPr lvl="6" rtl="0">
              <a:spcBef>
                <a:spcPts val="0"/>
              </a:spcBef>
              <a:spcAft>
                <a:spcPts val="0"/>
              </a:spcAft>
              <a:buSzPts val="3100"/>
              <a:buNone/>
              <a:defRPr/>
            </a:lvl7pPr>
            <a:lvl8pPr lvl="7" rtl="0">
              <a:spcBef>
                <a:spcPts val="0"/>
              </a:spcBef>
              <a:spcAft>
                <a:spcPts val="0"/>
              </a:spcAft>
              <a:buSzPts val="3100"/>
              <a:buNone/>
              <a:defRPr/>
            </a:lvl8pPr>
            <a:lvl9pPr lvl="8" rtl="0">
              <a:spcBef>
                <a:spcPts val="0"/>
              </a:spcBef>
              <a:spcAft>
                <a:spcPts val="0"/>
              </a:spcAft>
              <a:buSzPts val="3100"/>
              <a:buNone/>
              <a:defRPr/>
            </a:lvl9pPr>
          </a:lstStyle>
          <a:p>
            <a:endParaRPr/>
          </a:p>
        </p:txBody>
      </p:sp>
      <p:sp>
        <p:nvSpPr>
          <p:cNvPr id="87" name="Google Shape;87;p15"/>
          <p:cNvSpPr txBox="1">
            <a:spLocks noGrp="1"/>
          </p:cNvSpPr>
          <p:nvPr>
            <p:ph type="subTitle" idx="1"/>
          </p:nvPr>
        </p:nvSpPr>
        <p:spPr>
          <a:xfrm>
            <a:off x="720000" y="2925600"/>
            <a:ext cx="3595200" cy="986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88" name="Google Shape;88;p15"/>
          <p:cNvSpPr>
            <a:spLocks noGrp="1"/>
          </p:cNvSpPr>
          <p:nvPr>
            <p:ph type="pic" idx="2"/>
          </p:nvPr>
        </p:nvSpPr>
        <p:spPr>
          <a:xfrm>
            <a:off x="4990950" y="0"/>
            <a:ext cx="4153200" cy="5143500"/>
          </a:xfrm>
          <a:prstGeom prst="rect">
            <a:avLst/>
          </a:prstGeom>
          <a:noFill/>
          <a:ln>
            <a:noFill/>
          </a:ln>
        </p:spPr>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ext 1">
  <p:cSld name="CUSTOM_4">
    <p:spTree>
      <p:nvGrpSpPr>
        <p:cNvPr id="1" name="Shape 89"/>
        <p:cNvGrpSpPr/>
        <p:nvPr/>
      </p:nvGrpSpPr>
      <p:grpSpPr>
        <a:xfrm>
          <a:off x="0" y="0"/>
          <a:ext cx="0" cy="0"/>
          <a:chOff x="0" y="0"/>
          <a:chExt cx="0" cy="0"/>
        </a:xfrm>
      </p:grpSpPr>
      <p:grpSp>
        <p:nvGrpSpPr>
          <p:cNvPr id="90" name="Google Shape;90;p16"/>
          <p:cNvGrpSpPr/>
          <p:nvPr/>
        </p:nvGrpSpPr>
        <p:grpSpPr>
          <a:xfrm>
            <a:off x="-171450" y="-121200"/>
            <a:ext cx="9649500" cy="5398050"/>
            <a:chOff x="-171450" y="-121200"/>
            <a:chExt cx="9649500" cy="5398050"/>
          </a:xfrm>
        </p:grpSpPr>
        <p:pic>
          <p:nvPicPr>
            <p:cNvPr id="91" name="Google Shape;91;p16"/>
            <p:cNvPicPr preferRelativeResize="0"/>
            <p:nvPr/>
          </p:nvPicPr>
          <p:blipFill rotWithShape="1">
            <a:blip r:embed="rId2">
              <a:alphaModFix/>
            </a:blip>
            <a:srcRect l="10129" r="35001" b="52456"/>
            <a:stretch/>
          </p:blipFill>
          <p:spPr>
            <a:xfrm flipH="1">
              <a:off x="-171450" y="3756725"/>
              <a:ext cx="9448800" cy="1520125"/>
            </a:xfrm>
            <a:prstGeom prst="rect">
              <a:avLst/>
            </a:prstGeom>
            <a:noFill/>
            <a:ln>
              <a:noFill/>
            </a:ln>
          </p:spPr>
        </p:pic>
        <p:pic>
          <p:nvPicPr>
            <p:cNvPr id="92" name="Google Shape;92;p16"/>
            <p:cNvPicPr preferRelativeResize="0"/>
            <p:nvPr/>
          </p:nvPicPr>
          <p:blipFill rotWithShape="1">
            <a:blip r:embed="rId3">
              <a:alphaModFix/>
            </a:blip>
            <a:srcRect t="54726" b="10381"/>
            <a:stretch/>
          </p:blipFill>
          <p:spPr>
            <a:xfrm>
              <a:off x="6534150" y="-121200"/>
              <a:ext cx="2943900" cy="1051500"/>
            </a:xfrm>
            <a:prstGeom prst="rect">
              <a:avLst/>
            </a:prstGeom>
            <a:noFill/>
            <a:ln>
              <a:noFill/>
            </a:ln>
          </p:spPr>
        </p:pic>
      </p:grpSp>
      <p:sp>
        <p:nvSpPr>
          <p:cNvPr id="93" name="Google Shape;93;p16"/>
          <p:cNvSpPr txBox="1">
            <a:spLocks noGrp="1"/>
          </p:cNvSpPr>
          <p:nvPr>
            <p:ph type="title"/>
          </p:nvPr>
        </p:nvSpPr>
        <p:spPr>
          <a:xfrm>
            <a:off x="720000" y="1454788"/>
            <a:ext cx="2963400" cy="1051500"/>
          </a:xfrm>
          <a:prstGeom prst="rect">
            <a:avLst/>
          </a:prstGeom>
        </p:spPr>
        <p:txBody>
          <a:bodyPr spcFirstLastPara="1" wrap="square" lIns="91425" tIns="91425" rIns="91425" bIns="91425" anchor="b" anchorCtr="0">
            <a:noAutofit/>
          </a:bodyPr>
          <a:lstStyle>
            <a:lvl1pPr lvl="0" rtl="0">
              <a:spcBef>
                <a:spcPts val="0"/>
              </a:spcBef>
              <a:spcAft>
                <a:spcPts val="0"/>
              </a:spcAft>
              <a:buSzPts val="3100"/>
              <a:buNone/>
              <a:defRPr/>
            </a:lvl1pPr>
            <a:lvl2pPr lvl="1" rtl="0">
              <a:spcBef>
                <a:spcPts val="0"/>
              </a:spcBef>
              <a:spcAft>
                <a:spcPts val="0"/>
              </a:spcAft>
              <a:buSzPts val="3100"/>
              <a:buNone/>
              <a:defRPr/>
            </a:lvl2pPr>
            <a:lvl3pPr lvl="2" rtl="0">
              <a:spcBef>
                <a:spcPts val="0"/>
              </a:spcBef>
              <a:spcAft>
                <a:spcPts val="0"/>
              </a:spcAft>
              <a:buSzPts val="3100"/>
              <a:buNone/>
              <a:defRPr/>
            </a:lvl3pPr>
            <a:lvl4pPr lvl="3" rtl="0">
              <a:spcBef>
                <a:spcPts val="0"/>
              </a:spcBef>
              <a:spcAft>
                <a:spcPts val="0"/>
              </a:spcAft>
              <a:buSzPts val="3100"/>
              <a:buNone/>
              <a:defRPr/>
            </a:lvl4pPr>
            <a:lvl5pPr lvl="4" rtl="0">
              <a:spcBef>
                <a:spcPts val="0"/>
              </a:spcBef>
              <a:spcAft>
                <a:spcPts val="0"/>
              </a:spcAft>
              <a:buSzPts val="3100"/>
              <a:buNone/>
              <a:defRPr/>
            </a:lvl5pPr>
            <a:lvl6pPr lvl="5" rtl="0">
              <a:spcBef>
                <a:spcPts val="0"/>
              </a:spcBef>
              <a:spcAft>
                <a:spcPts val="0"/>
              </a:spcAft>
              <a:buSzPts val="3100"/>
              <a:buNone/>
              <a:defRPr/>
            </a:lvl6pPr>
            <a:lvl7pPr lvl="6" rtl="0">
              <a:spcBef>
                <a:spcPts val="0"/>
              </a:spcBef>
              <a:spcAft>
                <a:spcPts val="0"/>
              </a:spcAft>
              <a:buSzPts val="3100"/>
              <a:buNone/>
              <a:defRPr/>
            </a:lvl7pPr>
            <a:lvl8pPr lvl="7" rtl="0">
              <a:spcBef>
                <a:spcPts val="0"/>
              </a:spcBef>
              <a:spcAft>
                <a:spcPts val="0"/>
              </a:spcAft>
              <a:buSzPts val="3100"/>
              <a:buNone/>
              <a:defRPr/>
            </a:lvl8pPr>
            <a:lvl9pPr lvl="8" rtl="0">
              <a:spcBef>
                <a:spcPts val="0"/>
              </a:spcBef>
              <a:spcAft>
                <a:spcPts val="0"/>
              </a:spcAft>
              <a:buSzPts val="3100"/>
              <a:buNone/>
              <a:defRPr/>
            </a:lvl9pPr>
          </a:lstStyle>
          <a:p>
            <a:endParaRPr/>
          </a:p>
        </p:txBody>
      </p:sp>
      <p:sp>
        <p:nvSpPr>
          <p:cNvPr id="94" name="Google Shape;94;p16"/>
          <p:cNvSpPr txBox="1">
            <a:spLocks noGrp="1"/>
          </p:cNvSpPr>
          <p:nvPr>
            <p:ph type="subTitle" idx="1"/>
          </p:nvPr>
        </p:nvSpPr>
        <p:spPr>
          <a:xfrm>
            <a:off x="720000" y="2506113"/>
            <a:ext cx="2963400" cy="1182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ext 2">
  <p:cSld name="CUSTOM_4_1">
    <p:spTree>
      <p:nvGrpSpPr>
        <p:cNvPr id="1" name="Shape 95"/>
        <p:cNvGrpSpPr/>
        <p:nvPr/>
      </p:nvGrpSpPr>
      <p:grpSpPr>
        <a:xfrm>
          <a:off x="0" y="0"/>
          <a:ext cx="0" cy="0"/>
          <a:chOff x="0" y="0"/>
          <a:chExt cx="0" cy="0"/>
        </a:xfrm>
      </p:grpSpPr>
      <p:grpSp>
        <p:nvGrpSpPr>
          <p:cNvPr id="96" name="Google Shape;96;p17"/>
          <p:cNvGrpSpPr/>
          <p:nvPr/>
        </p:nvGrpSpPr>
        <p:grpSpPr>
          <a:xfrm>
            <a:off x="-610316" y="-152400"/>
            <a:ext cx="9925766" cy="7208696"/>
            <a:chOff x="-610316" y="-152400"/>
            <a:chExt cx="9925766" cy="7208696"/>
          </a:xfrm>
        </p:grpSpPr>
        <p:pic>
          <p:nvPicPr>
            <p:cNvPr id="97" name="Google Shape;97;p17"/>
            <p:cNvPicPr preferRelativeResize="0"/>
            <p:nvPr/>
          </p:nvPicPr>
          <p:blipFill rotWithShape="1">
            <a:blip r:embed="rId2">
              <a:alphaModFix/>
            </a:blip>
            <a:srcRect l="8518" r="36947" b="52712"/>
            <a:stretch/>
          </p:blipFill>
          <p:spPr>
            <a:xfrm rot="10800000">
              <a:off x="-76200" y="-152400"/>
              <a:ext cx="9391650" cy="1511950"/>
            </a:xfrm>
            <a:prstGeom prst="rect">
              <a:avLst/>
            </a:prstGeom>
            <a:noFill/>
            <a:ln>
              <a:noFill/>
            </a:ln>
          </p:spPr>
        </p:pic>
        <p:pic>
          <p:nvPicPr>
            <p:cNvPr id="98" name="Google Shape;98;p17"/>
            <p:cNvPicPr preferRelativeResize="0"/>
            <p:nvPr/>
          </p:nvPicPr>
          <p:blipFill rotWithShape="1">
            <a:blip r:embed="rId3">
              <a:alphaModFix/>
            </a:blip>
            <a:srcRect t="12943" b="10382"/>
            <a:stretch/>
          </p:blipFill>
          <p:spPr>
            <a:xfrm rot="-7672025" flipH="1">
              <a:off x="-266700" y="4029825"/>
              <a:ext cx="2943900" cy="2310600"/>
            </a:xfrm>
            <a:prstGeom prst="rect">
              <a:avLst/>
            </a:prstGeom>
            <a:noFill/>
            <a:ln>
              <a:noFill/>
            </a:ln>
          </p:spPr>
        </p:pic>
      </p:grpSp>
      <p:sp>
        <p:nvSpPr>
          <p:cNvPr id="99" name="Google Shape;99;p17"/>
          <p:cNvSpPr txBox="1">
            <a:spLocks noGrp="1"/>
          </p:cNvSpPr>
          <p:nvPr>
            <p:ph type="title"/>
          </p:nvPr>
        </p:nvSpPr>
        <p:spPr>
          <a:xfrm>
            <a:off x="5467375" y="1642746"/>
            <a:ext cx="2963400" cy="684900"/>
          </a:xfrm>
          <a:prstGeom prst="rect">
            <a:avLst/>
          </a:prstGeom>
        </p:spPr>
        <p:txBody>
          <a:bodyPr spcFirstLastPara="1" wrap="square" lIns="91425" tIns="91425" rIns="91425" bIns="91425" anchor="b" anchorCtr="0">
            <a:noAutofit/>
          </a:bodyPr>
          <a:lstStyle>
            <a:lvl1pPr lvl="0" algn="r" rtl="0">
              <a:spcBef>
                <a:spcPts val="0"/>
              </a:spcBef>
              <a:spcAft>
                <a:spcPts val="0"/>
              </a:spcAft>
              <a:buSzPts val="3100"/>
              <a:buNone/>
              <a:defRPr/>
            </a:lvl1pPr>
            <a:lvl2pPr lvl="1" rtl="0">
              <a:spcBef>
                <a:spcPts val="0"/>
              </a:spcBef>
              <a:spcAft>
                <a:spcPts val="0"/>
              </a:spcAft>
              <a:buSzPts val="3100"/>
              <a:buNone/>
              <a:defRPr/>
            </a:lvl2pPr>
            <a:lvl3pPr lvl="2" rtl="0">
              <a:spcBef>
                <a:spcPts val="0"/>
              </a:spcBef>
              <a:spcAft>
                <a:spcPts val="0"/>
              </a:spcAft>
              <a:buSzPts val="3100"/>
              <a:buNone/>
              <a:defRPr/>
            </a:lvl3pPr>
            <a:lvl4pPr lvl="3" rtl="0">
              <a:spcBef>
                <a:spcPts val="0"/>
              </a:spcBef>
              <a:spcAft>
                <a:spcPts val="0"/>
              </a:spcAft>
              <a:buSzPts val="3100"/>
              <a:buNone/>
              <a:defRPr/>
            </a:lvl4pPr>
            <a:lvl5pPr lvl="4" rtl="0">
              <a:spcBef>
                <a:spcPts val="0"/>
              </a:spcBef>
              <a:spcAft>
                <a:spcPts val="0"/>
              </a:spcAft>
              <a:buSzPts val="3100"/>
              <a:buNone/>
              <a:defRPr/>
            </a:lvl5pPr>
            <a:lvl6pPr lvl="5" rtl="0">
              <a:spcBef>
                <a:spcPts val="0"/>
              </a:spcBef>
              <a:spcAft>
                <a:spcPts val="0"/>
              </a:spcAft>
              <a:buSzPts val="3100"/>
              <a:buNone/>
              <a:defRPr/>
            </a:lvl6pPr>
            <a:lvl7pPr lvl="6" rtl="0">
              <a:spcBef>
                <a:spcPts val="0"/>
              </a:spcBef>
              <a:spcAft>
                <a:spcPts val="0"/>
              </a:spcAft>
              <a:buSzPts val="3100"/>
              <a:buNone/>
              <a:defRPr/>
            </a:lvl7pPr>
            <a:lvl8pPr lvl="7" rtl="0">
              <a:spcBef>
                <a:spcPts val="0"/>
              </a:spcBef>
              <a:spcAft>
                <a:spcPts val="0"/>
              </a:spcAft>
              <a:buSzPts val="3100"/>
              <a:buNone/>
              <a:defRPr/>
            </a:lvl8pPr>
            <a:lvl9pPr lvl="8" rtl="0">
              <a:spcBef>
                <a:spcPts val="0"/>
              </a:spcBef>
              <a:spcAft>
                <a:spcPts val="0"/>
              </a:spcAft>
              <a:buSzPts val="3100"/>
              <a:buNone/>
              <a:defRPr/>
            </a:lvl9pPr>
          </a:lstStyle>
          <a:p>
            <a:endParaRPr/>
          </a:p>
        </p:txBody>
      </p:sp>
      <p:sp>
        <p:nvSpPr>
          <p:cNvPr id="100" name="Google Shape;100;p17"/>
          <p:cNvSpPr txBox="1">
            <a:spLocks noGrp="1"/>
          </p:cNvSpPr>
          <p:nvPr>
            <p:ph type="subTitle" idx="1"/>
          </p:nvPr>
        </p:nvSpPr>
        <p:spPr>
          <a:xfrm>
            <a:off x="5467525" y="2318152"/>
            <a:ext cx="2963400" cy="1182600"/>
          </a:xfrm>
          <a:prstGeom prst="rect">
            <a:avLst/>
          </a:prstGeom>
        </p:spPr>
        <p:txBody>
          <a:bodyPr spcFirstLastPara="1" wrap="square" lIns="91425" tIns="91425" rIns="91425" bIns="91425" anchor="t" anchorCtr="0">
            <a:noAutofit/>
          </a:bodyPr>
          <a:lstStyle>
            <a:lvl1pPr lvl="0" algn="r" rtl="0">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text 3">
  <p:cSld name="CUSTOM_4_2">
    <p:spTree>
      <p:nvGrpSpPr>
        <p:cNvPr id="1" name="Shape 101"/>
        <p:cNvGrpSpPr/>
        <p:nvPr/>
      </p:nvGrpSpPr>
      <p:grpSpPr>
        <a:xfrm>
          <a:off x="0" y="0"/>
          <a:ext cx="0" cy="0"/>
          <a:chOff x="0" y="0"/>
          <a:chExt cx="0" cy="0"/>
        </a:xfrm>
      </p:grpSpPr>
      <p:grpSp>
        <p:nvGrpSpPr>
          <p:cNvPr id="102" name="Google Shape;102;p18"/>
          <p:cNvGrpSpPr/>
          <p:nvPr/>
        </p:nvGrpSpPr>
        <p:grpSpPr>
          <a:xfrm>
            <a:off x="-422876" y="-1217750"/>
            <a:ext cx="9989751" cy="7140575"/>
            <a:chOff x="-422876" y="-1217750"/>
            <a:chExt cx="9989751" cy="7140575"/>
          </a:xfrm>
        </p:grpSpPr>
        <p:pic>
          <p:nvPicPr>
            <p:cNvPr id="103" name="Google Shape;103;p18"/>
            <p:cNvPicPr preferRelativeResize="0"/>
            <p:nvPr/>
          </p:nvPicPr>
          <p:blipFill rotWithShape="1">
            <a:blip r:embed="rId2">
              <a:alphaModFix/>
            </a:blip>
            <a:srcRect t="12943" b="10382"/>
            <a:stretch/>
          </p:blipFill>
          <p:spPr>
            <a:xfrm flipH="1">
              <a:off x="-422875" y="-1217750"/>
              <a:ext cx="2943900" cy="2310600"/>
            </a:xfrm>
            <a:prstGeom prst="rect">
              <a:avLst/>
            </a:prstGeom>
            <a:noFill/>
            <a:ln>
              <a:noFill/>
            </a:ln>
          </p:spPr>
        </p:pic>
        <p:pic>
          <p:nvPicPr>
            <p:cNvPr id="104" name="Google Shape;104;p18"/>
            <p:cNvPicPr preferRelativeResize="0"/>
            <p:nvPr/>
          </p:nvPicPr>
          <p:blipFill>
            <a:blip r:embed="rId3">
              <a:alphaModFix/>
            </a:blip>
            <a:stretch>
              <a:fillRect/>
            </a:stretch>
          </p:blipFill>
          <p:spPr>
            <a:xfrm flipH="1">
              <a:off x="-422876" y="4068125"/>
              <a:ext cx="9989751" cy="1854700"/>
            </a:xfrm>
            <a:prstGeom prst="rect">
              <a:avLst/>
            </a:prstGeom>
            <a:noFill/>
            <a:ln>
              <a:noFill/>
            </a:ln>
          </p:spPr>
        </p:pic>
      </p:grpSp>
      <p:sp>
        <p:nvSpPr>
          <p:cNvPr id="105" name="Google Shape;105;p18"/>
          <p:cNvSpPr txBox="1">
            <a:spLocks noGrp="1"/>
          </p:cNvSpPr>
          <p:nvPr>
            <p:ph type="title"/>
          </p:nvPr>
        </p:nvSpPr>
        <p:spPr>
          <a:xfrm>
            <a:off x="720000" y="1638083"/>
            <a:ext cx="2963400" cy="684900"/>
          </a:xfrm>
          <a:prstGeom prst="rect">
            <a:avLst/>
          </a:prstGeom>
        </p:spPr>
        <p:txBody>
          <a:bodyPr spcFirstLastPara="1" wrap="square" lIns="91425" tIns="91425" rIns="91425" bIns="91425" anchor="b" anchorCtr="0">
            <a:noAutofit/>
          </a:bodyPr>
          <a:lstStyle>
            <a:lvl1pPr lvl="0" rtl="0">
              <a:spcBef>
                <a:spcPts val="0"/>
              </a:spcBef>
              <a:spcAft>
                <a:spcPts val="0"/>
              </a:spcAft>
              <a:buSzPts val="3100"/>
              <a:buNone/>
              <a:defRPr/>
            </a:lvl1pPr>
            <a:lvl2pPr lvl="1" rtl="0">
              <a:spcBef>
                <a:spcPts val="0"/>
              </a:spcBef>
              <a:spcAft>
                <a:spcPts val="0"/>
              </a:spcAft>
              <a:buSzPts val="3100"/>
              <a:buNone/>
              <a:defRPr/>
            </a:lvl2pPr>
            <a:lvl3pPr lvl="2" rtl="0">
              <a:spcBef>
                <a:spcPts val="0"/>
              </a:spcBef>
              <a:spcAft>
                <a:spcPts val="0"/>
              </a:spcAft>
              <a:buSzPts val="3100"/>
              <a:buNone/>
              <a:defRPr/>
            </a:lvl3pPr>
            <a:lvl4pPr lvl="3" rtl="0">
              <a:spcBef>
                <a:spcPts val="0"/>
              </a:spcBef>
              <a:spcAft>
                <a:spcPts val="0"/>
              </a:spcAft>
              <a:buSzPts val="3100"/>
              <a:buNone/>
              <a:defRPr/>
            </a:lvl4pPr>
            <a:lvl5pPr lvl="4" rtl="0">
              <a:spcBef>
                <a:spcPts val="0"/>
              </a:spcBef>
              <a:spcAft>
                <a:spcPts val="0"/>
              </a:spcAft>
              <a:buSzPts val="3100"/>
              <a:buNone/>
              <a:defRPr/>
            </a:lvl5pPr>
            <a:lvl6pPr lvl="5" rtl="0">
              <a:spcBef>
                <a:spcPts val="0"/>
              </a:spcBef>
              <a:spcAft>
                <a:spcPts val="0"/>
              </a:spcAft>
              <a:buSzPts val="3100"/>
              <a:buNone/>
              <a:defRPr/>
            </a:lvl6pPr>
            <a:lvl7pPr lvl="6" rtl="0">
              <a:spcBef>
                <a:spcPts val="0"/>
              </a:spcBef>
              <a:spcAft>
                <a:spcPts val="0"/>
              </a:spcAft>
              <a:buSzPts val="3100"/>
              <a:buNone/>
              <a:defRPr/>
            </a:lvl7pPr>
            <a:lvl8pPr lvl="7" rtl="0">
              <a:spcBef>
                <a:spcPts val="0"/>
              </a:spcBef>
              <a:spcAft>
                <a:spcPts val="0"/>
              </a:spcAft>
              <a:buSzPts val="3100"/>
              <a:buNone/>
              <a:defRPr/>
            </a:lvl8pPr>
            <a:lvl9pPr lvl="8" rtl="0">
              <a:spcBef>
                <a:spcPts val="0"/>
              </a:spcBef>
              <a:spcAft>
                <a:spcPts val="0"/>
              </a:spcAft>
              <a:buSzPts val="3100"/>
              <a:buNone/>
              <a:defRPr/>
            </a:lvl9pPr>
          </a:lstStyle>
          <a:p>
            <a:endParaRPr/>
          </a:p>
        </p:txBody>
      </p:sp>
      <p:sp>
        <p:nvSpPr>
          <p:cNvPr id="106" name="Google Shape;106;p18"/>
          <p:cNvSpPr txBox="1">
            <a:spLocks noGrp="1"/>
          </p:cNvSpPr>
          <p:nvPr>
            <p:ph type="subTitle" idx="1"/>
          </p:nvPr>
        </p:nvSpPr>
        <p:spPr>
          <a:xfrm>
            <a:off x="720000" y="2322800"/>
            <a:ext cx="2963400" cy="1182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text 4">
  <p:cSld name="TITLE_AND_BODY_1">
    <p:spTree>
      <p:nvGrpSpPr>
        <p:cNvPr id="1" name="Shape 107"/>
        <p:cNvGrpSpPr/>
        <p:nvPr/>
      </p:nvGrpSpPr>
      <p:grpSpPr>
        <a:xfrm>
          <a:off x="0" y="0"/>
          <a:ext cx="0" cy="0"/>
          <a:chOff x="0" y="0"/>
          <a:chExt cx="0" cy="0"/>
        </a:xfrm>
      </p:grpSpPr>
      <p:grpSp>
        <p:nvGrpSpPr>
          <p:cNvPr id="108" name="Google Shape;108;p19"/>
          <p:cNvGrpSpPr/>
          <p:nvPr/>
        </p:nvGrpSpPr>
        <p:grpSpPr>
          <a:xfrm>
            <a:off x="-133350" y="-27700"/>
            <a:ext cx="9429749" cy="5266450"/>
            <a:chOff x="-133350" y="-27700"/>
            <a:chExt cx="9429749" cy="5266450"/>
          </a:xfrm>
        </p:grpSpPr>
        <p:pic>
          <p:nvPicPr>
            <p:cNvPr id="109" name="Google Shape;109;p19"/>
            <p:cNvPicPr preferRelativeResize="0"/>
            <p:nvPr/>
          </p:nvPicPr>
          <p:blipFill rotWithShape="1">
            <a:blip r:embed="rId2">
              <a:alphaModFix/>
            </a:blip>
            <a:srcRect l="3750" t="873" r="81263" b="45215"/>
            <a:stretch/>
          </p:blipFill>
          <p:spPr>
            <a:xfrm>
              <a:off x="-133350" y="4057700"/>
              <a:ext cx="1370400" cy="1181050"/>
            </a:xfrm>
            <a:prstGeom prst="rect">
              <a:avLst/>
            </a:prstGeom>
            <a:noFill/>
            <a:ln>
              <a:noFill/>
            </a:ln>
          </p:spPr>
        </p:pic>
        <p:pic>
          <p:nvPicPr>
            <p:cNvPr id="110" name="Google Shape;110;p19"/>
            <p:cNvPicPr preferRelativeResize="0"/>
            <p:nvPr/>
          </p:nvPicPr>
          <p:blipFill rotWithShape="1">
            <a:blip r:embed="rId3">
              <a:alphaModFix/>
            </a:blip>
            <a:srcRect t="68848" r="66845"/>
            <a:stretch/>
          </p:blipFill>
          <p:spPr>
            <a:xfrm>
              <a:off x="6681600" y="-27700"/>
              <a:ext cx="2614799" cy="896100"/>
            </a:xfrm>
            <a:prstGeom prst="rect">
              <a:avLst/>
            </a:prstGeom>
            <a:noFill/>
            <a:ln>
              <a:noFill/>
            </a:ln>
          </p:spPr>
        </p:pic>
      </p:grpSp>
      <p:sp>
        <p:nvSpPr>
          <p:cNvPr id="111" name="Google Shape;111;p1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3100"/>
              <a:buNone/>
              <a:defRPr/>
            </a:lvl2pPr>
            <a:lvl3pPr lvl="2" rtl="0">
              <a:spcBef>
                <a:spcPts val="0"/>
              </a:spcBef>
              <a:spcAft>
                <a:spcPts val="0"/>
              </a:spcAft>
              <a:buSzPts val="3100"/>
              <a:buNone/>
              <a:defRPr/>
            </a:lvl3pPr>
            <a:lvl4pPr lvl="3" rtl="0">
              <a:spcBef>
                <a:spcPts val="0"/>
              </a:spcBef>
              <a:spcAft>
                <a:spcPts val="0"/>
              </a:spcAft>
              <a:buSzPts val="3100"/>
              <a:buNone/>
              <a:defRPr/>
            </a:lvl4pPr>
            <a:lvl5pPr lvl="4" rtl="0">
              <a:spcBef>
                <a:spcPts val="0"/>
              </a:spcBef>
              <a:spcAft>
                <a:spcPts val="0"/>
              </a:spcAft>
              <a:buSzPts val="3100"/>
              <a:buNone/>
              <a:defRPr/>
            </a:lvl5pPr>
            <a:lvl6pPr lvl="5" rtl="0">
              <a:spcBef>
                <a:spcPts val="0"/>
              </a:spcBef>
              <a:spcAft>
                <a:spcPts val="0"/>
              </a:spcAft>
              <a:buSzPts val="3100"/>
              <a:buNone/>
              <a:defRPr/>
            </a:lvl6pPr>
            <a:lvl7pPr lvl="6" rtl="0">
              <a:spcBef>
                <a:spcPts val="0"/>
              </a:spcBef>
              <a:spcAft>
                <a:spcPts val="0"/>
              </a:spcAft>
              <a:buSzPts val="3100"/>
              <a:buNone/>
              <a:defRPr/>
            </a:lvl7pPr>
            <a:lvl8pPr lvl="7" rtl="0">
              <a:spcBef>
                <a:spcPts val="0"/>
              </a:spcBef>
              <a:spcAft>
                <a:spcPts val="0"/>
              </a:spcAft>
              <a:buSzPts val="3100"/>
              <a:buNone/>
              <a:defRPr/>
            </a:lvl8pPr>
            <a:lvl9pPr lvl="8" rtl="0">
              <a:spcBef>
                <a:spcPts val="0"/>
              </a:spcBef>
              <a:spcAft>
                <a:spcPts val="0"/>
              </a:spcAft>
              <a:buSzPts val="3100"/>
              <a:buNone/>
              <a:defRPr/>
            </a:lvl9pPr>
          </a:lstStyle>
          <a:p>
            <a:endParaRPr/>
          </a:p>
        </p:txBody>
      </p:sp>
      <p:sp>
        <p:nvSpPr>
          <p:cNvPr id="112" name="Google Shape;112;p19"/>
          <p:cNvSpPr txBox="1">
            <a:spLocks noGrp="1"/>
          </p:cNvSpPr>
          <p:nvPr>
            <p:ph type="body" idx="1"/>
          </p:nvPr>
        </p:nvSpPr>
        <p:spPr>
          <a:xfrm>
            <a:off x="720000" y="1139550"/>
            <a:ext cx="7704000" cy="1236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Font typeface="Nunito Light"/>
              <a:buChar char="●"/>
              <a:defRPr/>
            </a:lvl1pPr>
            <a:lvl2pPr marL="914400" lvl="1" indent="-317500" rtl="0">
              <a:lnSpc>
                <a:spcPct val="100000"/>
              </a:lnSpc>
              <a:spcBef>
                <a:spcPts val="0"/>
              </a:spcBef>
              <a:spcAft>
                <a:spcPts val="0"/>
              </a:spcAft>
              <a:buSzPts val="1400"/>
              <a:buFont typeface="Nunito Light"/>
              <a:buChar char="○"/>
              <a:defRPr/>
            </a:lvl2pPr>
            <a:lvl3pPr marL="1371600" lvl="2" indent="-317500" rtl="0">
              <a:lnSpc>
                <a:spcPct val="100000"/>
              </a:lnSpc>
              <a:spcBef>
                <a:spcPts val="0"/>
              </a:spcBef>
              <a:spcAft>
                <a:spcPts val="0"/>
              </a:spcAft>
              <a:buSzPts val="1400"/>
              <a:buFont typeface="Nunito Light"/>
              <a:buChar char="■"/>
              <a:defRPr/>
            </a:lvl3pPr>
            <a:lvl4pPr marL="1828800" lvl="3" indent="-317500" rtl="0">
              <a:lnSpc>
                <a:spcPct val="100000"/>
              </a:lnSpc>
              <a:spcBef>
                <a:spcPts val="0"/>
              </a:spcBef>
              <a:spcAft>
                <a:spcPts val="0"/>
              </a:spcAft>
              <a:buSzPts val="1400"/>
              <a:buFont typeface="Nunito Light"/>
              <a:buChar char="●"/>
              <a:defRPr/>
            </a:lvl4pPr>
            <a:lvl5pPr marL="2286000" lvl="4" indent="-317500" rtl="0">
              <a:lnSpc>
                <a:spcPct val="100000"/>
              </a:lnSpc>
              <a:spcBef>
                <a:spcPts val="0"/>
              </a:spcBef>
              <a:spcAft>
                <a:spcPts val="0"/>
              </a:spcAft>
              <a:buSzPts val="1400"/>
              <a:buFont typeface="Nunito Light"/>
              <a:buChar char="○"/>
              <a:defRPr/>
            </a:lvl5pPr>
            <a:lvl6pPr marL="2743200" lvl="5" indent="-317500" rtl="0">
              <a:lnSpc>
                <a:spcPct val="100000"/>
              </a:lnSpc>
              <a:spcBef>
                <a:spcPts val="0"/>
              </a:spcBef>
              <a:spcAft>
                <a:spcPts val="0"/>
              </a:spcAft>
              <a:buSzPts val="1400"/>
              <a:buFont typeface="Nunito Light"/>
              <a:buChar char="■"/>
              <a:defRPr/>
            </a:lvl6pPr>
            <a:lvl7pPr marL="3200400" lvl="6" indent="-317500" rtl="0">
              <a:lnSpc>
                <a:spcPct val="100000"/>
              </a:lnSpc>
              <a:spcBef>
                <a:spcPts val="0"/>
              </a:spcBef>
              <a:spcAft>
                <a:spcPts val="0"/>
              </a:spcAft>
              <a:buSzPts val="1400"/>
              <a:buFont typeface="Nunito Light"/>
              <a:buChar char="●"/>
              <a:defRPr/>
            </a:lvl7pPr>
            <a:lvl8pPr marL="3657600" lvl="7" indent="-317500" rtl="0">
              <a:lnSpc>
                <a:spcPct val="100000"/>
              </a:lnSpc>
              <a:spcBef>
                <a:spcPts val="0"/>
              </a:spcBef>
              <a:spcAft>
                <a:spcPts val="0"/>
              </a:spcAft>
              <a:buSzPts val="1400"/>
              <a:buFont typeface="Nunito Light"/>
              <a:buChar char="○"/>
              <a:defRPr/>
            </a:lvl8pPr>
            <a:lvl9pPr marL="4114800" lvl="8" indent="-317500" rtl="0">
              <a:lnSpc>
                <a:spcPct val="100000"/>
              </a:lnSpc>
              <a:spcBef>
                <a:spcPts val="0"/>
              </a:spcBef>
              <a:spcAft>
                <a:spcPts val="0"/>
              </a:spcAft>
              <a:buSzPts val="1400"/>
              <a:buFont typeface="Nunito Light"/>
              <a:buChar char="■"/>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text 5">
  <p:cSld name="TITLE_AND_BODY_1_1">
    <p:spTree>
      <p:nvGrpSpPr>
        <p:cNvPr id="1" name="Shape 113"/>
        <p:cNvGrpSpPr/>
        <p:nvPr/>
      </p:nvGrpSpPr>
      <p:grpSpPr>
        <a:xfrm>
          <a:off x="0" y="0"/>
          <a:ext cx="0" cy="0"/>
          <a:chOff x="0" y="0"/>
          <a:chExt cx="0" cy="0"/>
        </a:xfrm>
      </p:grpSpPr>
      <p:grpSp>
        <p:nvGrpSpPr>
          <p:cNvPr id="114" name="Google Shape;114;p20"/>
          <p:cNvGrpSpPr/>
          <p:nvPr/>
        </p:nvGrpSpPr>
        <p:grpSpPr>
          <a:xfrm>
            <a:off x="-642469" y="-875078"/>
            <a:ext cx="10726814" cy="7255366"/>
            <a:chOff x="-642469" y="-875078"/>
            <a:chExt cx="10726814" cy="7255366"/>
          </a:xfrm>
        </p:grpSpPr>
        <p:pic>
          <p:nvPicPr>
            <p:cNvPr id="115" name="Google Shape;115;p20"/>
            <p:cNvPicPr preferRelativeResize="0"/>
            <p:nvPr/>
          </p:nvPicPr>
          <p:blipFill rotWithShape="1">
            <a:blip r:embed="rId2">
              <a:alphaModFix/>
            </a:blip>
            <a:srcRect t="12943" b="10382"/>
            <a:stretch/>
          </p:blipFill>
          <p:spPr>
            <a:xfrm rot="4627207" flipH="1">
              <a:off x="7638488" y="-426125"/>
              <a:ext cx="2460575" cy="1931250"/>
            </a:xfrm>
            <a:prstGeom prst="rect">
              <a:avLst/>
            </a:prstGeom>
            <a:noFill/>
            <a:ln>
              <a:noFill/>
            </a:ln>
          </p:spPr>
        </p:pic>
        <p:pic>
          <p:nvPicPr>
            <p:cNvPr id="116" name="Google Shape;116;p20"/>
            <p:cNvPicPr preferRelativeResize="0"/>
            <p:nvPr/>
          </p:nvPicPr>
          <p:blipFill rotWithShape="1">
            <a:blip r:embed="rId2">
              <a:alphaModFix/>
            </a:blip>
            <a:srcRect t="12943" b="10382"/>
            <a:stretch/>
          </p:blipFill>
          <p:spPr>
            <a:xfrm rot="-6300001" flipH="1">
              <a:off x="-621612" y="3976375"/>
              <a:ext cx="2460575" cy="1931250"/>
            </a:xfrm>
            <a:prstGeom prst="rect">
              <a:avLst/>
            </a:prstGeom>
            <a:noFill/>
            <a:ln>
              <a:noFill/>
            </a:ln>
          </p:spPr>
        </p:pic>
      </p:grpSp>
      <p:sp>
        <p:nvSpPr>
          <p:cNvPr id="117" name="Google Shape;117;p2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3100"/>
              <a:buNone/>
              <a:defRPr/>
            </a:lvl2pPr>
            <a:lvl3pPr lvl="2" rtl="0">
              <a:spcBef>
                <a:spcPts val="0"/>
              </a:spcBef>
              <a:spcAft>
                <a:spcPts val="0"/>
              </a:spcAft>
              <a:buSzPts val="3100"/>
              <a:buNone/>
              <a:defRPr/>
            </a:lvl3pPr>
            <a:lvl4pPr lvl="3" rtl="0">
              <a:spcBef>
                <a:spcPts val="0"/>
              </a:spcBef>
              <a:spcAft>
                <a:spcPts val="0"/>
              </a:spcAft>
              <a:buSzPts val="3100"/>
              <a:buNone/>
              <a:defRPr/>
            </a:lvl4pPr>
            <a:lvl5pPr lvl="4" rtl="0">
              <a:spcBef>
                <a:spcPts val="0"/>
              </a:spcBef>
              <a:spcAft>
                <a:spcPts val="0"/>
              </a:spcAft>
              <a:buSzPts val="3100"/>
              <a:buNone/>
              <a:defRPr/>
            </a:lvl5pPr>
            <a:lvl6pPr lvl="5" rtl="0">
              <a:spcBef>
                <a:spcPts val="0"/>
              </a:spcBef>
              <a:spcAft>
                <a:spcPts val="0"/>
              </a:spcAft>
              <a:buSzPts val="3100"/>
              <a:buNone/>
              <a:defRPr/>
            </a:lvl6pPr>
            <a:lvl7pPr lvl="6" rtl="0">
              <a:spcBef>
                <a:spcPts val="0"/>
              </a:spcBef>
              <a:spcAft>
                <a:spcPts val="0"/>
              </a:spcAft>
              <a:buSzPts val="3100"/>
              <a:buNone/>
              <a:defRPr/>
            </a:lvl7pPr>
            <a:lvl8pPr lvl="7" rtl="0">
              <a:spcBef>
                <a:spcPts val="0"/>
              </a:spcBef>
              <a:spcAft>
                <a:spcPts val="0"/>
              </a:spcAft>
              <a:buSzPts val="3100"/>
              <a:buNone/>
              <a:defRPr/>
            </a:lvl8pPr>
            <a:lvl9pPr lvl="8" rtl="0">
              <a:spcBef>
                <a:spcPts val="0"/>
              </a:spcBef>
              <a:spcAft>
                <a:spcPts val="0"/>
              </a:spcAft>
              <a:buSzPts val="3100"/>
              <a:buNone/>
              <a:defRPr/>
            </a:lvl9pPr>
          </a:lstStyle>
          <a:p>
            <a:endParaRPr/>
          </a:p>
        </p:txBody>
      </p:sp>
      <p:sp>
        <p:nvSpPr>
          <p:cNvPr id="118" name="Google Shape;118;p20"/>
          <p:cNvSpPr txBox="1">
            <a:spLocks noGrp="1"/>
          </p:cNvSpPr>
          <p:nvPr>
            <p:ph type="body" idx="1"/>
          </p:nvPr>
        </p:nvSpPr>
        <p:spPr>
          <a:xfrm>
            <a:off x="720000" y="1139551"/>
            <a:ext cx="7704000" cy="34644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Font typeface="Nunito Light"/>
              <a:buChar char="●"/>
              <a:defRPr/>
            </a:lvl1pPr>
            <a:lvl2pPr marL="914400" lvl="1" indent="-317500" rtl="0">
              <a:lnSpc>
                <a:spcPct val="100000"/>
              </a:lnSpc>
              <a:spcBef>
                <a:spcPts val="0"/>
              </a:spcBef>
              <a:spcAft>
                <a:spcPts val="0"/>
              </a:spcAft>
              <a:buSzPts val="1400"/>
              <a:buFont typeface="Nunito Light"/>
              <a:buChar char="○"/>
              <a:defRPr/>
            </a:lvl2pPr>
            <a:lvl3pPr marL="1371600" lvl="2" indent="-317500" rtl="0">
              <a:lnSpc>
                <a:spcPct val="100000"/>
              </a:lnSpc>
              <a:spcBef>
                <a:spcPts val="0"/>
              </a:spcBef>
              <a:spcAft>
                <a:spcPts val="0"/>
              </a:spcAft>
              <a:buSzPts val="1400"/>
              <a:buFont typeface="Nunito Light"/>
              <a:buChar char="■"/>
              <a:defRPr/>
            </a:lvl3pPr>
            <a:lvl4pPr marL="1828800" lvl="3" indent="-317500" rtl="0">
              <a:lnSpc>
                <a:spcPct val="100000"/>
              </a:lnSpc>
              <a:spcBef>
                <a:spcPts val="0"/>
              </a:spcBef>
              <a:spcAft>
                <a:spcPts val="0"/>
              </a:spcAft>
              <a:buSzPts val="1400"/>
              <a:buFont typeface="Nunito Light"/>
              <a:buChar char="●"/>
              <a:defRPr/>
            </a:lvl4pPr>
            <a:lvl5pPr marL="2286000" lvl="4" indent="-317500" rtl="0">
              <a:lnSpc>
                <a:spcPct val="100000"/>
              </a:lnSpc>
              <a:spcBef>
                <a:spcPts val="0"/>
              </a:spcBef>
              <a:spcAft>
                <a:spcPts val="0"/>
              </a:spcAft>
              <a:buSzPts val="1400"/>
              <a:buFont typeface="Nunito Light"/>
              <a:buChar char="○"/>
              <a:defRPr/>
            </a:lvl5pPr>
            <a:lvl6pPr marL="2743200" lvl="5" indent="-317500" rtl="0">
              <a:lnSpc>
                <a:spcPct val="100000"/>
              </a:lnSpc>
              <a:spcBef>
                <a:spcPts val="0"/>
              </a:spcBef>
              <a:spcAft>
                <a:spcPts val="0"/>
              </a:spcAft>
              <a:buSzPts val="1400"/>
              <a:buFont typeface="Nunito Light"/>
              <a:buChar char="■"/>
              <a:defRPr/>
            </a:lvl6pPr>
            <a:lvl7pPr marL="3200400" lvl="6" indent="-317500" rtl="0">
              <a:lnSpc>
                <a:spcPct val="100000"/>
              </a:lnSpc>
              <a:spcBef>
                <a:spcPts val="0"/>
              </a:spcBef>
              <a:spcAft>
                <a:spcPts val="0"/>
              </a:spcAft>
              <a:buSzPts val="1400"/>
              <a:buFont typeface="Nunito Light"/>
              <a:buChar char="●"/>
              <a:defRPr/>
            </a:lvl7pPr>
            <a:lvl8pPr marL="3657600" lvl="7" indent="-317500" rtl="0">
              <a:lnSpc>
                <a:spcPct val="100000"/>
              </a:lnSpc>
              <a:spcBef>
                <a:spcPts val="0"/>
              </a:spcBef>
              <a:spcAft>
                <a:spcPts val="0"/>
              </a:spcAft>
              <a:buSzPts val="1400"/>
              <a:buFont typeface="Nunito Light"/>
              <a:buChar char="○"/>
              <a:defRPr/>
            </a:lvl8pPr>
            <a:lvl9pPr marL="4114800" lvl="8" indent="-317500" rtl="0">
              <a:lnSpc>
                <a:spcPct val="100000"/>
              </a:lnSpc>
              <a:spcBef>
                <a:spcPts val="0"/>
              </a:spcBef>
              <a:spcAft>
                <a:spcPts val="0"/>
              </a:spcAft>
              <a:buSzPts val="1400"/>
              <a:buFont typeface="Nunito Light"/>
              <a:buChar char="■"/>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wo columns 1">
  <p:cSld name="TITLE_AND_TWO_COLUMNS_1">
    <p:spTree>
      <p:nvGrpSpPr>
        <p:cNvPr id="1" name="Shape 119"/>
        <p:cNvGrpSpPr/>
        <p:nvPr/>
      </p:nvGrpSpPr>
      <p:grpSpPr>
        <a:xfrm>
          <a:off x="0" y="0"/>
          <a:ext cx="0" cy="0"/>
          <a:chOff x="0" y="0"/>
          <a:chExt cx="0" cy="0"/>
        </a:xfrm>
      </p:grpSpPr>
      <p:grpSp>
        <p:nvGrpSpPr>
          <p:cNvPr id="120" name="Google Shape;120;p21"/>
          <p:cNvGrpSpPr/>
          <p:nvPr/>
        </p:nvGrpSpPr>
        <p:grpSpPr>
          <a:xfrm>
            <a:off x="7181849" y="-136765"/>
            <a:ext cx="3042517" cy="5680315"/>
            <a:chOff x="7181849" y="-136765"/>
            <a:chExt cx="3042517" cy="5680315"/>
          </a:xfrm>
        </p:grpSpPr>
        <p:pic>
          <p:nvPicPr>
            <p:cNvPr id="121" name="Google Shape;121;p21"/>
            <p:cNvPicPr preferRelativeResize="0"/>
            <p:nvPr/>
          </p:nvPicPr>
          <p:blipFill rotWithShape="1">
            <a:blip r:embed="rId2">
              <a:alphaModFix/>
            </a:blip>
            <a:srcRect l="68186" t="63577"/>
            <a:stretch/>
          </p:blipFill>
          <p:spPr>
            <a:xfrm rot="10800000">
              <a:off x="7715387" y="-136765"/>
              <a:ext cx="2508979" cy="1047750"/>
            </a:xfrm>
            <a:prstGeom prst="rect">
              <a:avLst/>
            </a:prstGeom>
            <a:noFill/>
            <a:ln>
              <a:noFill/>
            </a:ln>
          </p:spPr>
        </p:pic>
        <p:pic>
          <p:nvPicPr>
            <p:cNvPr id="122" name="Google Shape;122;p21"/>
            <p:cNvPicPr preferRelativeResize="0"/>
            <p:nvPr/>
          </p:nvPicPr>
          <p:blipFill rotWithShape="1">
            <a:blip r:embed="rId3">
              <a:alphaModFix/>
            </a:blip>
            <a:srcRect l="33542" t="34747" r="43750"/>
            <a:stretch/>
          </p:blipFill>
          <p:spPr>
            <a:xfrm rot="10800000">
              <a:off x="7181849" y="4114050"/>
              <a:ext cx="2076451" cy="1429500"/>
            </a:xfrm>
            <a:prstGeom prst="rect">
              <a:avLst/>
            </a:prstGeom>
            <a:noFill/>
            <a:ln>
              <a:noFill/>
            </a:ln>
          </p:spPr>
        </p:pic>
      </p:grpSp>
      <p:sp>
        <p:nvSpPr>
          <p:cNvPr id="123" name="Google Shape;123;p2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3100"/>
              <a:buNone/>
              <a:defRPr/>
            </a:lvl2pPr>
            <a:lvl3pPr lvl="2" rtl="0">
              <a:spcBef>
                <a:spcPts val="0"/>
              </a:spcBef>
              <a:spcAft>
                <a:spcPts val="0"/>
              </a:spcAft>
              <a:buSzPts val="3100"/>
              <a:buNone/>
              <a:defRPr/>
            </a:lvl3pPr>
            <a:lvl4pPr lvl="3" rtl="0">
              <a:spcBef>
                <a:spcPts val="0"/>
              </a:spcBef>
              <a:spcAft>
                <a:spcPts val="0"/>
              </a:spcAft>
              <a:buSzPts val="3100"/>
              <a:buNone/>
              <a:defRPr/>
            </a:lvl4pPr>
            <a:lvl5pPr lvl="4" rtl="0">
              <a:spcBef>
                <a:spcPts val="0"/>
              </a:spcBef>
              <a:spcAft>
                <a:spcPts val="0"/>
              </a:spcAft>
              <a:buSzPts val="3100"/>
              <a:buNone/>
              <a:defRPr/>
            </a:lvl5pPr>
            <a:lvl6pPr lvl="5" rtl="0">
              <a:spcBef>
                <a:spcPts val="0"/>
              </a:spcBef>
              <a:spcAft>
                <a:spcPts val="0"/>
              </a:spcAft>
              <a:buSzPts val="3100"/>
              <a:buNone/>
              <a:defRPr/>
            </a:lvl6pPr>
            <a:lvl7pPr lvl="6" rtl="0">
              <a:spcBef>
                <a:spcPts val="0"/>
              </a:spcBef>
              <a:spcAft>
                <a:spcPts val="0"/>
              </a:spcAft>
              <a:buSzPts val="3100"/>
              <a:buNone/>
              <a:defRPr/>
            </a:lvl7pPr>
            <a:lvl8pPr lvl="7" rtl="0">
              <a:spcBef>
                <a:spcPts val="0"/>
              </a:spcBef>
              <a:spcAft>
                <a:spcPts val="0"/>
              </a:spcAft>
              <a:buSzPts val="3100"/>
              <a:buNone/>
              <a:defRPr/>
            </a:lvl8pPr>
            <a:lvl9pPr lvl="8" rtl="0">
              <a:spcBef>
                <a:spcPts val="0"/>
              </a:spcBef>
              <a:spcAft>
                <a:spcPts val="0"/>
              </a:spcAft>
              <a:buSzPts val="3100"/>
              <a:buNone/>
              <a:defRPr/>
            </a:lvl9pPr>
          </a:lstStyle>
          <a:p>
            <a:endParaRPr/>
          </a:p>
        </p:txBody>
      </p:sp>
      <p:sp>
        <p:nvSpPr>
          <p:cNvPr id="124" name="Google Shape;124;p21"/>
          <p:cNvSpPr txBox="1">
            <a:spLocks noGrp="1"/>
          </p:cNvSpPr>
          <p:nvPr>
            <p:ph type="subTitle" idx="1"/>
          </p:nvPr>
        </p:nvSpPr>
        <p:spPr>
          <a:xfrm>
            <a:off x="5064875" y="3103354"/>
            <a:ext cx="2650500" cy="1010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b="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25" name="Google Shape;125;p21"/>
          <p:cNvSpPr txBox="1">
            <a:spLocks noGrp="1"/>
          </p:cNvSpPr>
          <p:nvPr>
            <p:ph type="subTitle" idx="2"/>
          </p:nvPr>
        </p:nvSpPr>
        <p:spPr>
          <a:xfrm>
            <a:off x="1275936" y="3103356"/>
            <a:ext cx="2650500" cy="1010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b="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26" name="Google Shape;126;p21"/>
          <p:cNvSpPr txBox="1">
            <a:spLocks noGrp="1"/>
          </p:cNvSpPr>
          <p:nvPr>
            <p:ph type="subTitle" idx="3"/>
          </p:nvPr>
        </p:nvSpPr>
        <p:spPr>
          <a:xfrm>
            <a:off x="1275925" y="2738350"/>
            <a:ext cx="2650500" cy="484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DM Sans"/>
              <a:buNone/>
              <a:defRPr sz="2100">
                <a:solidFill>
                  <a:schemeClr val="dk1"/>
                </a:solidFill>
                <a:latin typeface="Questrial"/>
                <a:ea typeface="Questrial"/>
                <a:cs typeface="Questrial"/>
                <a:sym typeface="Questrial"/>
              </a:defRPr>
            </a:lvl1pPr>
            <a:lvl2pPr lvl="1" algn="ctr" rtl="0">
              <a:lnSpc>
                <a:spcPct val="100000"/>
              </a:lnSpc>
              <a:spcBef>
                <a:spcPts val="0"/>
              </a:spcBef>
              <a:spcAft>
                <a:spcPts val="0"/>
              </a:spcAft>
              <a:buSzPts val="2400"/>
              <a:buFont typeface="DM Sans"/>
              <a:buNone/>
              <a:defRPr sz="2400" b="1">
                <a:latin typeface="DM Sans"/>
                <a:ea typeface="DM Sans"/>
                <a:cs typeface="DM Sans"/>
                <a:sym typeface="DM Sans"/>
              </a:defRPr>
            </a:lvl2pPr>
            <a:lvl3pPr lvl="2" algn="ctr" rtl="0">
              <a:lnSpc>
                <a:spcPct val="100000"/>
              </a:lnSpc>
              <a:spcBef>
                <a:spcPts val="0"/>
              </a:spcBef>
              <a:spcAft>
                <a:spcPts val="0"/>
              </a:spcAft>
              <a:buSzPts val="2400"/>
              <a:buFont typeface="DM Sans"/>
              <a:buNone/>
              <a:defRPr sz="2400" b="1">
                <a:latin typeface="DM Sans"/>
                <a:ea typeface="DM Sans"/>
                <a:cs typeface="DM Sans"/>
                <a:sym typeface="DM Sans"/>
              </a:defRPr>
            </a:lvl3pPr>
            <a:lvl4pPr lvl="3" algn="ctr" rtl="0">
              <a:lnSpc>
                <a:spcPct val="100000"/>
              </a:lnSpc>
              <a:spcBef>
                <a:spcPts val="0"/>
              </a:spcBef>
              <a:spcAft>
                <a:spcPts val="0"/>
              </a:spcAft>
              <a:buSzPts val="2400"/>
              <a:buFont typeface="DM Sans"/>
              <a:buNone/>
              <a:defRPr sz="2400" b="1">
                <a:latin typeface="DM Sans"/>
                <a:ea typeface="DM Sans"/>
                <a:cs typeface="DM Sans"/>
                <a:sym typeface="DM Sans"/>
              </a:defRPr>
            </a:lvl4pPr>
            <a:lvl5pPr lvl="4" algn="ctr" rtl="0">
              <a:lnSpc>
                <a:spcPct val="100000"/>
              </a:lnSpc>
              <a:spcBef>
                <a:spcPts val="0"/>
              </a:spcBef>
              <a:spcAft>
                <a:spcPts val="0"/>
              </a:spcAft>
              <a:buSzPts val="2400"/>
              <a:buFont typeface="DM Sans"/>
              <a:buNone/>
              <a:defRPr sz="2400" b="1">
                <a:latin typeface="DM Sans"/>
                <a:ea typeface="DM Sans"/>
                <a:cs typeface="DM Sans"/>
                <a:sym typeface="DM Sans"/>
              </a:defRPr>
            </a:lvl5pPr>
            <a:lvl6pPr lvl="5" algn="ctr" rtl="0">
              <a:lnSpc>
                <a:spcPct val="100000"/>
              </a:lnSpc>
              <a:spcBef>
                <a:spcPts val="0"/>
              </a:spcBef>
              <a:spcAft>
                <a:spcPts val="0"/>
              </a:spcAft>
              <a:buSzPts val="2400"/>
              <a:buFont typeface="DM Sans"/>
              <a:buNone/>
              <a:defRPr sz="2400" b="1">
                <a:latin typeface="DM Sans"/>
                <a:ea typeface="DM Sans"/>
                <a:cs typeface="DM Sans"/>
                <a:sym typeface="DM Sans"/>
              </a:defRPr>
            </a:lvl6pPr>
            <a:lvl7pPr lvl="6" algn="ctr" rtl="0">
              <a:lnSpc>
                <a:spcPct val="100000"/>
              </a:lnSpc>
              <a:spcBef>
                <a:spcPts val="0"/>
              </a:spcBef>
              <a:spcAft>
                <a:spcPts val="0"/>
              </a:spcAft>
              <a:buSzPts val="2400"/>
              <a:buFont typeface="DM Sans"/>
              <a:buNone/>
              <a:defRPr sz="2400" b="1">
                <a:latin typeface="DM Sans"/>
                <a:ea typeface="DM Sans"/>
                <a:cs typeface="DM Sans"/>
                <a:sym typeface="DM Sans"/>
              </a:defRPr>
            </a:lvl7pPr>
            <a:lvl8pPr lvl="7" algn="ctr" rtl="0">
              <a:lnSpc>
                <a:spcPct val="100000"/>
              </a:lnSpc>
              <a:spcBef>
                <a:spcPts val="0"/>
              </a:spcBef>
              <a:spcAft>
                <a:spcPts val="0"/>
              </a:spcAft>
              <a:buSzPts val="2400"/>
              <a:buFont typeface="DM Sans"/>
              <a:buNone/>
              <a:defRPr sz="2400" b="1">
                <a:latin typeface="DM Sans"/>
                <a:ea typeface="DM Sans"/>
                <a:cs typeface="DM Sans"/>
                <a:sym typeface="DM Sans"/>
              </a:defRPr>
            </a:lvl8pPr>
            <a:lvl9pPr lvl="8" algn="ctr" rtl="0">
              <a:lnSpc>
                <a:spcPct val="100000"/>
              </a:lnSpc>
              <a:spcBef>
                <a:spcPts val="0"/>
              </a:spcBef>
              <a:spcAft>
                <a:spcPts val="0"/>
              </a:spcAft>
              <a:buSzPts val="2400"/>
              <a:buFont typeface="DM Sans"/>
              <a:buNone/>
              <a:defRPr sz="2400" b="1">
                <a:latin typeface="DM Sans"/>
                <a:ea typeface="DM Sans"/>
                <a:cs typeface="DM Sans"/>
                <a:sym typeface="DM Sans"/>
              </a:defRPr>
            </a:lvl9pPr>
          </a:lstStyle>
          <a:p>
            <a:endParaRPr/>
          </a:p>
        </p:txBody>
      </p:sp>
      <p:sp>
        <p:nvSpPr>
          <p:cNvPr id="127" name="Google Shape;127;p21"/>
          <p:cNvSpPr txBox="1">
            <a:spLocks noGrp="1"/>
          </p:cNvSpPr>
          <p:nvPr>
            <p:ph type="subTitle" idx="4"/>
          </p:nvPr>
        </p:nvSpPr>
        <p:spPr>
          <a:xfrm>
            <a:off x="5064885" y="2738350"/>
            <a:ext cx="2650500" cy="484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DM Sans"/>
              <a:buNone/>
              <a:defRPr sz="2100">
                <a:solidFill>
                  <a:schemeClr val="dk1"/>
                </a:solidFill>
                <a:latin typeface="Questrial"/>
                <a:ea typeface="Questrial"/>
                <a:cs typeface="Questrial"/>
                <a:sym typeface="Questrial"/>
              </a:defRPr>
            </a:lvl1pPr>
            <a:lvl2pPr lvl="1" algn="ctr" rtl="0">
              <a:lnSpc>
                <a:spcPct val="100000"/>
              </a:lnSpc>
              <a:spcBef>
                <a:spcPts val="0"/>
              </a:spcBef>
              <a:spcAft>
                <a:spcPts val="0"/>
              </a:spcAft>
              <a:buSzPts val="2400"/>
              <a:buFont typeface="DM Sans"/>
              <a:buNone/>
              <a:defRPr sz="2400" b="1">
                <a:latin typeface="DM Sans"/>
                <a:ea typeface="DM Sans"/>
                <a:cs typeface="DM Sans"/>
                <a:sym typeface="DM Sans"/>
              </a:defRPr>
            </a:lvl2pPr>
            <a:lvl3pPr lvl="2" algn="ctr" rtl="0">
              <a:lnSpc>
                <a:spcPct val="100000"/>
              </a:lnSpc>
              <a:spcBef>
                <a:spcPts val="0"/>
              </a:spcBef>
              <a:spcAft>
                <a:spcPts val="0"/>
              </a:spcAft>
              <a:buSzPts val="2400"/>
              <a:buFont typeface="DM Sans"/>
              <a:buNone/>
              <a:defRPr sz="2400" b="1">
                <a:latin typeface="DM Sans"/>
                <a:ea typeface="DM Sans"/>
                <a:cs typeface="DM Sans"/>
                <a:sym typeface="DM Sans"/>
              </a:defRPr>
            </a:lvl3pPr>
            <a:lvl4pPr lvl="3" algn="ctr" rtl="0">
              <a:lnSpc>
                <a:spcPct val="100000"/>
              </a:lnSpc>
              <a:spcBef>
                <a:spcPts val="0"/>
              </a:spcBef>
              <a:spcAft>
                <a:spcPts val="0"/>
              </a:spcAft>
              <a:buSzPts val="2400"/>
              <a:buFont typeface="DM Sans"/>
              <a:buNone/>
              <a:defRPr sz="2400" b="1">
                <a:latin typeface="DM Sans"/>
                <a:ea typeface="DM Sans"/>
                <a:cs typeface="DM Sans"/>
                <a:sym typeface="DM Sans"/>
              </a:defRPr>
            </a:lvl4pPr>
            <a:lvl5pPr lvl="4" algn="ctr" rtl="0">
              <a:lnSpc>
                <a:spcPct val="100000"/>
              </a:lnSpc>
              <a:spcBef>
                <a:spcPts val="0"/>
              </a:spcBef>
              <a:spcAft>
                <a:spcPts val="0"/>
              </a:spcAft>
              <a:buSzPts val="2400"/>
              <a:buFont typeface="DM Sans"/>
              <a:buNone/>
              <a:defRPr sz="2400" b="1">
                <a:latin typeface="DM Sans"/>
                <a:ea typeface="DM Sans"/>
                <a:cs typeface="DM Sans"/>
                <a:sym typeface="DM Sans"/>
              </a:defRPr>
            </a:lvl5pPr>
            <a:lvl6pPr lvl="5" algn="ctr" rtl="0">
              <a:lnSpc>
                <a:spcPct val="100000"/>
              </a:lnSpc>
              <a:spcBef>
                <a:spcPts val="0"/>
              </a:spcBef>
              <a:spcAft>
                <a:spcPts val="0"/>
              </a:spcAft>
              <a:buSzPts val="2400"/>
              <a:buFont typeface="DM Sans"/>
              <a:buNone/>
              <a:defRPr sz="2400" b="1">
                <a:latin typeface="DM Sans"/>
                <a:ea typeface="DM Sans"/>
                <a:cs typeface="DM Sans"/>
                <a:sym typeface="DM Sans"/>
              </a:defRPr>
            </a:lvl6pPr>
            <a:lvl7pPr lvl="6" algn="ctr" rtl="0">
              <a:lnSpc>
                <a:spcPct val="100000"/>
              </a:lnSpc>
              <a:spcBef>
                <a:spcPts val="0"/>
              </a:spcBef>
              <a:spcAft>
                <a:spcPts val="0"/>
              </a:spcAft>
              <a:buSzPts val="2400"/>
              <a:buFont typeface="DM Sans"/>
              <a:buNone/>
              <a:defRPr sz="2400" b="1">
                <a:latin typeface="DM Sans"/>
                <a:ea typeface="DM Sans"/>
                <a:cs typeface="DM Sans"/>
                <a:sym typeface="DM Sans"/>
              </a:defRPr>
            </a:lvl7pPr>
            <a:lvl8pPr lvl="7" algn="ctr" rtl="0">
              <a:lnSpc>
                <a:spcPct val="100000"/>
              </a:lnSpc>
              <a:spcBef>
                <a:spcPts val="0"/>
              </a:spcBef>
              <a:spcAft>
                <a:spcPts val="0"/>
              </a:spcAft>
              <a:buSzPts val="2400"/>
              <a:buFont typeface="DM Sans"/>
              <a:buNone/>
              <a:defRPr sz="2400" b="1">
                <a:latin typeface="DM Sans"/>
                <a:ea typeface="DM Sans"/>
                <a:cs typeface="DM Sans"/>
                <a:sym typeface="DM Sans"/>
              </a:defRPr>
            </a:lvl8pPr>
            <a:lvl9pPr lvl="8" algn="ctr" rtl="0">
              <a:lnSpc>
                <a:spcPct val="100000"/>
              </a:lnSpc>
              <a:spcBef>
                <a:spcPts val="0"/>
              </a:spcBef>
              <a:spcAft>
                <a:spcPts val="0"/>
              </a:spcAft>
              <a:buSzPts val="2400"/>
              <a:buFont typeface="DM Sans"/>
              <a:buNone/>
              <a:defRPr sz="2400" b="1">
                <a:latin typeface="DM Sans"/>
                <a:ea typeface="DM Sans"/>
                <a:cs typeface="DM Sans"/>
                <a:sym typeface="DM Sans"/>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two columns 2">
  <p:cSld name="TITLE_AND_TWO_COLUMNS_1_1">
    <p:spTree>
      <p:nvGrpSpPr>
        <p:cNvPr id="1" name="Shape 128"/>
        <p:cNvGrpSpPr/>
        <p:nvPr/>
      </p:nvGrpSpPr>
      <p:grpSpPr>
        <a:xfrm>
          <a:off x="0" y="0"/>
          <a:ext cx="0" cy="0"/>
          <a:chOff x="0" y="0"/>
          <a:chExt cx="0" cy="0"/>
        </a:xfrm>
      </p:grpSpPr>
      <p:grpSp>
        <p:nvGrpSpPr>
          <p:cNvPr id="129" name="Google Shape;129;p22"/>
          <p:cNvGrpSpPr/>
          <p:nvPr/>
        </p:nvGrpSpPr>
        <p:grpSpPr>
          <a:xfrm>
            <a:off x="952500" y="-324600"/>
            <a:ext cx="8590400" cy="5563350"/>
            <a:chOff x="952500" y="-324600"/>
            <a:chExt cx="8590400" cy="5563350"/>
          </a:xfrm>
        </p:grpSpPr>
        <p:pic>
          <p:nvPicPr>
            <p:cNvPr id="130" name="Google Shape;130;p22"/>
            <p:cNvPicPr preferRelativeResize="0"/>
            <p:nvPr/>
          </p:nvPicPr>
          <p:blipFill rotWithShape="1">
            <a:blip r:embed="rId2">
              <a:alphaModFix/>
            </a:blip>
            <a:srcRect t="66088" r="8958"/>
            <a:stretch/>
          </p:blipFill>
          <p:spPr>
            <a:xfrm rot="10800000" flipH="1">
              <a:off x="952500" y="4495850"/>
              <a:ext cx="8324852" cy="742900"/>
            </a:xfrm>
            <a:prstGeom prst="rect">
              <a:avLst/>
            </a:prstGeom>
            <a:noFill/>
            <a:ln>
              <a:noFill/>
            </a:ln>
          </p:spPr>
        </p:pic>
        <p:pic>
          <p:nvPicPr>
            <p:cNvPr id="131" name="Google Shape;131;p22"/>
            <p:cNvPicPr preferRelativeResize="0"/>
            <p:nvPr/>
          </p:nvPicPr>
          <p:blipFill rotWithShape="1">
            <a:blip r:embed="rId3">
              <a:alphaModFix/>
            </a:blip>
            <a:srcRect l="60386" t="69961" r="2175"/>
            <a:stretch/>
          </p:blipFill>
          <p:spPr>
            <a:xfrm rot="10800000">
              <a:off x="6590151" y="-324600"/>
              <a:ext cx="2952749" cy="864100"/>
            </a:xfrm>
            <a:prstGeom prst="rect">
              <a:avLst/>
            </a:prstGeom>
            <a:noFill/>
            <a:ln>
              <a:noFill/>
            </a:ln>
          </p:spPr>
        </p:pic>
      </p:grpSp>
      <p:sp>
        <p:nvSpPr>
          <p:cNvPr id="132" name="Google Shape;132;p2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3100"/>
              <a:buNone/>
              <a:defRPr/>
            </a:lvl2pPr>
            <a:lvl3pPr lvl="2" rtl="0">
              <a:spcBef>
                <a:spcPts val="0"/>
              </a:spcBef>
              <a:spcAft>
                <a:spcPts val="0"/>
              </a:spcAft>
              <a:buSzPts val="3100"/>
              <a:buNone/>
              <a:defRPr/>
            </a:lvl3pPr>
            <a:lvl4pPr lvl="3" rtl="0">
              <a:spcBef>
                <a:spcPts val="0"/>
              </a:spcBef>
              <a:spcAft>
                <a:spcPts val="0"/>
              </a:spcAft>
              <a:buSzPts val="3100"/>
              <a:buNone/>
              <a:defRPr/>
            </a:lvl4pPr>
            <a:lvl5pPr lvl="4" rtl="0">
              <a:spcBef>
                <a:spcPts val="0"/>
              </a:spcBef>
              <a:spcAft>
                <a:spcPts val="0"/>
              </a:spcAft>
              <a:buSzPts val="3100"/>
              <a:buNone/>
              <a:defRPr/>
            </a:lvl5pPr>
            <a:lvl6pPr lvl="5" rtl="0">
              <a:spcBef>
                <a:spcPts val="0"/>
              </a:spcBef>
              <a:spcAft>
                <a:spcPts val="0"/>
              </a:spcAft>
              <a:buSzPts val="3100"/>
              <a:buNone/>
              <a:defRPr/>
            </a:lvl6pPr>
            <a:lvl7pPr lvl="6" rtl="0">
              <a:spcBef>
                <a:spcPts val="0"/>
              </a:spcBef>
              <a:spcAft>
                <a:spcPts val="0"/>
              </a:spcAft>
              <a:buSzPts val="3100"/>
              <a:buNone/>
              <a:defRPr/>
            </a:lvl7pPr>
            <a:lvl8pPr lvl="7" rtl="0">
              <a:spcBef>
                <a:spcPts val="0"/>
              </a:spcBef>
              <a:spcAft>
                <a:spcPts val="0"/>
              </a:spcAft>
              <a:buSzPts val="3100"/>
              <a:buNone/>
              <a:defRPr/>
            </a:lvl8pPr>
            <a:lvl9pPr lvl="8" rtl="0">
              <a:spcBef>
                <a:spcPts val="0"/>
              </a:spcBef>
              <a:spcAft>
                <a:spcPts val="0"/>
              </a:spcAft>
              <a:buSzPts val="3100"/>
              <a:buNone/>
              <a:defRPr/>
            </a:lvl9pPr>
          </a:lstStyle>
          <a:p>
            <a:endParaRPr/>
          </a:p>
        </p:txBody>
      </p:sp>
      <p:sp>
        <p:nvSpPr>
          <p:cNvPr id="133" name="Google Shape;133;p22"/>
          <p:cNvSpPr txBox="1">
            <a:spLocks noGrp="1"/>
          </p:cNvSpPr>
          <p:nvPr>
            <p:ph type="subTitle" idx="1"/>
          </p:nvPr>
        </p:nvSpPr>
        <p:spPr>
          <a:xfrm>
            <a:off x="4600075" y="2183900"/>
            <a:ext cx="3824100" cy="18153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b="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34" name="Google Shape;134;p22"/>
          <p:cNvSpPr txBox="1">
            <a:spLocks noGrp="1"/>
          </p:cNvSpPr>
          <p:nvPr>
            <p:ph type="subTitle" idx="2"/>
          </p:nvPr>
        </p:nvSpPr>
        <p:spPr>
          <a:xfrm>
            <a:off x="720000" y="2183900"/>
            <a:ext cx="3824100" cy="18153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b="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35" name="Google Shape;135;p22"/>
          <p:cNvSpPr txBox="1">
            <a:spLocks noGrp="1"/>
          </p:cNvSpPr>
          <p:nvPr>
            <p:ph type="subTitle" idx="3"/>
          </p:nvPr>
        </p:nvSpPr>
        <p:spPr>
          <a:xfrm>
            <a:off x="720000" y="1358400"/>
            <a:ext cx="7704000" cy="484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DM Sans"/>
              <a:buNone/>
              <a:defRPr sz="2100">
                <a:solidFill>
                  <a:schemeClr val="dk1"/>
                </a:solidFill>
                <a:latin typeface="Questrial"/>
                <a:ea typeface="Questrial"/>
                <a:cs typeface="Questrial"/>
                <a:sym typeface="Questrial"/>
              </a:defRPr>
            </a:lvl1pPr>
            <a:lvl2pPr lvl="1" rtl="0">
              <a:lnSpc>
                <a:spcPct val="100000"/>
              </a:lnSpc>
              <a:spcBef>
                <a:spcPts val="0"/>
              </a:spcBef>
              <a:spcAft>
                <a:spcPts val="0"/>
              </a:spcAft>
              <a:buSzPts val="2400"/>
              <a:buFont typeface="DM Sans"/>
              <a:buNone/>
              <a:defRPr sz="2400" b="1">
                <a:latin typeface="DM Sans"/>
                <a:ea typeface="DM Sans"/>
                <a:cs typeface="DM Sans"/>
                <a:sym typeface="DM Sans"/>
              </a:defRPr>
            </a:lvl2pPr>
            <a:lvl3pPr lvl="2" rtl="0">
              <a:lnSpc>
                <a:spcPct val="100000"/>
              </a:lnSpc>
              <a:spcBef>
                <a:spcPts val="0"/>
              </a:spcBef>
              <a:spcAft>
                <a:spcPts val="0"/>
              </a:spcAft>
              <a:buSzPts val="2400"/>
              <a:buFont typeface="DM Sans"/>
              <a:buNone/>
              <a:defRPr sz="2400" b="1">
                <a:latin typeface="DM Sans"/>
                <a:ea typeface="DM Sans"/>
                <a:cs typeface="DM Sans"/>
                <a:sym typeface="DM Sans"/>
              </a:defRPr>
            </a:lvl3pPr>
            <a:lvl4pPr lvl="3" rtl="0">
              <a:lnSpc>
                <a:spcPct val="100000"/>
              </a:lnSpc>
              <a:spcBef>
                <a:spcPts val="0"/>
              </a:spcBef>
              <a:spcAft>
                <a:spcPts val="0"/>
              </a:spcAft>
              <a:buSzPts val="2400"/>
              <a:buFont typeface="DM Sans"/>
              <a:buNone/>
              <a:defRPr sz="2400" b="1">
                <a:latin typeface="DM Sans"/>
                <a:ea typeface="DM Sans"/>
                <a:cs typeface="DM Sans"/>
                <a:sym typeface="DM Sans"/>
              </a:defRPr>
            </a:lvl4pPr>
            <a:lvl5pPr lvl="4" rtl="0">
              <a:lnSpc>
                <a:spcPct val="100000"/>
              </a:lnSpc>
              <a:spcBef>
                <a:spcPts val="0"/>
              </a:spcBef>
              <a:spcAft>
                <a:spcPts val="0"/>
              </a:spcAft>
              <a:buSzPts val="2400"/>
              <a:buFont typeface="DM Sans"/>
              <a:buNone/>
              <a:defRPr sz="2400" b="1">
                <a:latin typeface="DM Sans"/>
                <a:ea typeface="DM Sans"/>
                <a:cs typeface="DM Sans"/>
                <a:sym typeface="DM Sans"/>
              </a:defRPr>
            </a:lvl5pPr>
            <a:lvl6pPr lvl="5" rtl="0">
              <a:lnSpc>
                <a:spcPct val="100000"/>
              </a:lnSpc>
              <a:spcBef>
                <a:spcPts val="0"/>
              </a:spcBef>
              <a:spcAft>
                <a:spcPts val="0"/>
              </a:spcAft>
              <a:buSzPts val="2400"/>
              <a:buFont typeface="DM Sans"/>
              <a:buNone/>
              <a:defRPr sz="2400" b="1">
                <a:latin typeface="DM Sans"/>
                <a:ea typeface="DM Sans"/>
                <a:cs typeface="DM Sans"/>
                <a:sym typeface="DM Sans"/>
              </a:defRPr>
            </a:lvl6pPr>
            <a:lvl7pPr lvl="6" rtl="0">
              <a:lnSpc>
                <a:spcPct val="100000"/>
              </a:lnSpc>
              <a:spcBef>
                <a:spcPts val="0"/>
              </a:spcBef>
              <a:spcAft>
                <a:spcPts val="0"/>
              </a:spcAft>
              <a:buSzPts val="2400"/>
              <a:buFont typeface="DM Sans"/>
              <a:buNone/>
              <a:defRPr sz="2400" b="1">
                <a:latin typeface="DM Sans"/>
                <a:ea typeface="DM Sans"/>
                <a:cs typeface="DM Sans"/>
                <a:sym typeface="DM Sans"/>
              </a:defRPr>
            </a:lvl7pPr>
            <a:lvl8pPr lvl="7" rtl="0">
              <a:lnSpc>
                <a:spcPct val="100000"/>
              </a:lnSpc>
              <a:spcBef>
                <a:spcPts val="0"/>
              </a:spcBef>
              <a:spcAft>
                <a:spcPts val="0"/>
              </a:spcAft>
              <a:buSzPts val="2400"/>
              <a:buFont typeface="DM Sans"/>
              <a:buNone/>
              <a:defRPr sz="2400" b="1">
                <a:latin typeface="DM Sans"/>
                <a:ea typeface="DM Sans"/>
                <a:cs typeface="DM Sans"/>
                <a:sym typeface="DM Sans"/>
              </a:defRPr>
            </a:lvl8pPr>
            <a:lvl9pPr lvl="8" rtl="0">
              <a:lnSpc>
                <a:spcPct val="100000"/>
              </a:lnSpc>
              <a:spcBef>
                <a:spcPts val="0"/>
              </a:spcBef>
              <a:spcAft>
                <a:spcPts val="0"/>
              </a:spcAft>
              <a:buSzPts val="2400"/>
              <a:buFont typeface="DM Sans"/>
              <a:buNone/>
              <a:defRPr sz="2400" b="1">
                <a:latin typeface="DM Sans"/>
                <a:ea typeface="DM Sans"/>
                <a:cs typeface="DM Sans"/>
                <a:sym typeface="DM Sans"/>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three columns">
  <p:cSld name="CUSTOM_6">
    <p:spTree>
      <p:nvGrpSpPr>
        <p:cNvPr id="1" name="Shape 136"/>
        <p:cNvGrpSpPr/>
        <p:nvPr/>
      </p:nvGrpSpPr>
      <p:grpSpPr>
        <a:xfrm>
          <a:off x="0" y="0"/>
          <a:ext cx="0" cy="0"/>
          <a:chOff x="0" y="0"/>
          <a:chExt cx="0" cy="0"/>
        </a:xfrm>
      </p:grpSpPr>
      <p:grpSp>
        <p:nvGrpSpPr>
          <p:cNvPr id="137" name="Google Shape;137;p23"/>
          <p:cNvGrpSpPr/>
          <p:nvPr/>
        </p:nvGrpSpPr>
        <p:grpSpPr>
          <a:xfrm>
            <a:off x="-95250" y="-27700"/>
            <a:ext cx="9334499" cy="5266450"/>
            <a:chOff x="-95250" y="-27700"/>
            <a:chExt cx="9334499" cy="5266450"/>
          </a:xfrm>
        </p:grpSpPr>
        <p:pic>
          <p:nvPicPr>
            <p:cNvPr id="138" name="Google Shape;138;p23"/>
            <p:cNvPicPr preferRelativeResize="0"/>
            <p:nvPr/>
          </p:nvPicPr>
          <p:blipFill rotWithShape="1">
            <a:blip r:embed="rId2">
              <a:alphaModFix/>
            </a:blip>
            <a:srcRect l="4169" t="873" r="17467" b="45215"/>
            <a:stretch/>
          </p:blipFill>
          <p:spPr>
            <a:xfrm>
              <a:off x="-95250" y="4057700"/>
              <a:ext cx="7165275" cy="1181050"/>
            </a:xfrm>
            <a:prstGeom prst="rect">
              <a:avLst/>
            </a:prstGeom>
            <a:noFill/>
            <a:ln>
              <a:noFill/>
            </a:ln>
          </p:spPr>
        </p:pic>
        <p:pic>
          <p:nvPicPr>
            <p:cNvPr id="139" name="Google Shape;139;p23"/>
            <p:cNvPicPr preferRelativeResize="0"/>
            <p:nvPr/>
          </p:nvPicPr>
          <p:blipFill rotWithShape="1">
            <a:blip r:embed="rId3">
              <a:alphaModFix/>
            </a:blip>
            <a:srcRect t="68848" r="54768"/>
            <a:stretch/>
          </p:blipFill>
          <p:spPr>
            <a:xfrm>
              <a:off x="5671950" y="-27700"/>
              <a:ext cx="3567299" cy="896100"/>
            </a:xfrm>
            <a:prstGeom prst="rect">
              <a:avLst/>
            </a:prstGeom>
            <a:noFill/>
            <a:ln>
              <a:noFill/>
            </a:ln>
          </p:spPr>
        </p:pic>
      </p:grpSp>
      <p:sp>
        <p:nvSpPr>
          <p:cNvPr id="140" name="Google Shape;140;p2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3100"/>
              <a:buNone/>
              <a:defRPr/>
            </a:lvl2pPr>
            <a:lvl3pPr lvl="2" rtl="0">
              <a:spcBef>
                <a:spcPts val="0"/>
              </a:spcBef>
              <a:spcAft>
                <a:spcPts val="0"/>
              </a:spcAft>
              <a:buSzPts val="3100"/>
              <a:buNone/>
              <a:defRPr/>
            </a:lvl3pPr>
            <a:lvl4pPr lvl="3" rtl="0">
              <a:spcBef>
                <a:spcPts val="0"/>
              </a:spcBef>
              <a:spcAft>
                <a:spcPts val="0"/>
              </a:spcAft>
              <a:buSzPts val="3100"/>
              <a:buNone/>
              <a:defRPr/>
            </a:lvl4pPr>
            <a:lvl5pPr lvl="4" rtl="0">
              <a:spcBef>
                <a:spcPts val="0"/>
              </a:spcBef>
              <a:spcAft>
                <a:spcPts val="0"/>
              </a:spcAft>
              <a:buSzPts val="3100"/>
              <a:buNone/>
              <a:defRPr/>
            </a:lvl5pPr>
            <a:lvl6pPr lvl="5" rtl="0">
              <a:spcBef>
                <a:spcPts val="0"/>
              </a:spcBef>
              <a:spcAft>
                <a:spcPts val="0"/>
              </a:spcAft>
              <a:buSzPts val="3100"/>
              <a:buNone/>
              <a:defRPr/>
            </a:lvl6pPr>
            <a:lvl7pPr lvl="6" rtl="0">
              <a:spcBef>
                <a:spcPts val="0"/>
              </a:spcBef>
              <a:spcAft>
                <a:spcPts val="0"/>
              </a:spcAft>
              <a:buSzPts val="3100"/>
              <a:buNone/>
              <a:defRPr/>
            </a:lvl7pPr>
            <a:lvl8pPr lvl="7" rtl="0">
              <a:spcBef>
                <a:spcPts val="0"/>
              </a:spcBef>
              <a:spcAft>
                <a:spcPts val="0"/>
              </a:spcAft>
              <a:buSzPts val="3100"/>
              <a:buNone/>
              <a:defRPr/>
            </a:lvl8pPr>
            <a:lvl9pPr lvl="8" rtl="0">
              <a:spcBef>
                <a:spcPts val="0"/>
              </a:spcBef>
              <a:spcAft>
                <a:spcPts val="0"/>
              </a:spcAft>
              <a:buSzPts val="3100"/>
              <a:buNone/>
              <a:defRPr/>
            </a:lvl9pPr>
          </a:lstStyle>
          <a:p>
            <a:endParaRPr/>
          </a:p>
        </p:txBody>
      </p:sp>
      <p:sp>
        <p:nvSpPr>
          <p:cNvPr id="141" name="Google Shape;141;p23"/>
          <p:cNvSpPr txBox="1">
            <a:spLocks noGrp="1"/>
          </p:cNvSpPr>
          <p:nvPr>
            <p:ph type="subTitle" idx="1"/>
          </p:nvPr>
        </p:nvSpPr>
        <p:spPr>
          <a:xfrm>
            <a:off x="713225" y="3103351"/>
            <a:ext cx="2283600" cy="896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42" name="Google Shape;142;p23"/>
          <p:cNvSpPr txBox="1">
            <a:spLocks noGrp="1"/>
          </p:cNvSpPr>
          <p:nvPr>
            <p:ph type="subTitle" idx="2"/>
          </p:nvPr>
        </p:nvSpPr>
        <p:spPr>
          <a:xfrm>
            <a:off x="3430198" y="3103351"/>
            <a:ext cx="2283600" cy="896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43" name="Google Shape;143;p23"/>
          <p:cNvSpPr txBox="1">
            <a:spLocks noGrp="1"/>
          </p:cNvSpPr>
          <p:nvPr>
            <p:ph type="subTitle" idx="3"/>
          </p:nvPr>
        </p:nvSpPr>
        <p:spPr>
          <a:xfrm>
            <a:off x="6140400" y="3103351"/>
            <a:ext cx="2283600" cy="896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44" name="Google Shape;144;p23"/>
          <p:cNvSpPr txBox="1">
            <a:spLocks noGrp="1"/>
          </p:cNvSpPr>
          <p:nvPr>
            <p:ph type="subTitle" idx="4"/>
          </p:nvPr>
        </p:nvSpPr>
        <p:spPr>
          <a:xfrm>
            <a:off x="713225" y="2738350"/>
            <a:ext cx="2283600" cy="484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DM Sans"/>
              <a:buNone/>
              <a:defRPr sz="2100">
                <a:solidFill>
                  <a:schemeClr val="dk1"/>
                </a:solidFill>
                <a:latin typeface="Questrial"/>
                <a:ea typeface="Questrial"/>
                <a:cs typeface="Questrial"/>
                <a:sym typeface="Questrial"/>
              </a:defRPr>
            </a:lvl1pPr>
            <a:lvl2pPr lvl="1" algn="ctr" rtl="0">
              <a:lnSpc>
                <a:spcPct val="100000"/>
              </a:lnSpc>
              <a:spcBef>
                <a:spcPts val="0"/>
              </a:spcBef>
              <a:spcAft>
                <a:spcPts val="0"/>
              </a:spcAft>
              <a:buSzPts val="2400"/>
              <a:buFont typeface="DM Sans"/>
              <a:buNone/>
              <a:defRPr sz="2400" b="1">
                <a:latin typeface="DM Sans"/>
                <a:ea typeface="DM Sans"/>
                <a:cs typeface="DM Sans"/>
                <a:sym typeface="DM Sans"/>
              </a:defRPr>
            </a:lvl2pPr>
            <a:lvl3pPr lvl="2" algn="ctr" rtl="0">
              <a:lnSpc>
                <a:spcPct val="100000"/>
              </a:lnSpc>
              <a:spcBef>
                <a:spcPts val="0"/>
              </a:spcBef>
              <a:spcAft>
                <a:spcPts val="0"/>
              </a:spcAft>
              <a:buSzPts val="2400"/>
              <a:buFont typeface="DM Sans"/>
              <a:buNone/>
              <a:defRPr sz="2400" b="1">
                <a:latin typeface="DM Sans"/>
                <a:ea typeface="DM Sans"/>
                <a:cs typeface="DM Sans"/>
                <a:sym typeface="DM Sans"/>
              </a:defRPr>
            </a:lvl3pPr>
            <a:lvl4pPr lvl="3" algn="ctr" rtl="0">
              <a:lnSpc>
                <a:spcPct val="100000"/>
              </a:lnSpc>
              <a:spcBef>
                <a:spcPts val="0"/>
              </a:spcBef>
              <a:spcAft>
                <a:spcPts val="0"/>
              </a:spcAft>
              <a:buSzPts val="2400"/>
              <a:buFont typeface="DM Sans"/>
              <a:buNone/>
              <a:defRPr sz="2400" b="1">
                <a:latin typeface="DM Sans"/>
                <a:ea typeface="DM Sans"/>
                <a:cs typeface="DM Sans"/>
                <a:sym typeface="DM Sans"/>
              </a:defRPr>
            </a:lvl4pPr>
            <a:lvl5pPr lvl="4" algn="ctr" rtl="0">
              <a:lnSpc>
                <a:spcPct val="100000"/>
              </a:lnSpc>
              <a:spcBef>
                <a:spcPts val="0"/>
              </a:spcBef>
              <a:spcAft>
                <a:spcPts val="0"/>
              </a:spcAft>
              <a:buSzPts val="2400"/>
              <a:buFont typeface="DM Sans"/>
              <a:buNone/>
              <a:defRPr sz="2400" b="1">
                <a:latin typeface="DM Sans"/>
                <a:ea typeface="DM Sans"/>
                <a:cs typeface="DM Sans"/>
                <a:sym typeface="DM Sans"/>
              </a:defRPr>
            </a:lvl5pPr>
            <a:lvl6pPr lvl="5" algn="ctr" rtl="0">
              <a:lnSpc>
                <a:spcPct val="100000"/>
              </a:lnSpc>
              <a:spcBef>
                <a:spcPts val="0"/>
              </a:spcBef>
              <a:spcAft>
                <a:spcPts val="0"/>
              </a:spcAft>
              <a:buSzPts val="2400"/>
              <a:buFont typeface="DM Sans"/>
              <a:buNone/>
              <a:defRPr sz="2400" b="1">
                <a:latin typeface="DM Sans"/>
                <a:ea typeface="DM Sans"/>
                <a:cs typeface="DM Sans"/>
                <a:sym typeface="DM Sans"/>
              </a:defRPr>
            </a:lvl6pPr>
            <a:lvl7pPr lvl="6" algn="ctr" rtl="0">
              <a:lnSpc>
                <a:spcPct val="100000"/>
              </a:lnSpc>
              <a:spcBef>
                <a:spcPts val="0"/>
              </a:spcBef>
              <a:spcAft>
                <a:spcPts val="0"/>
              </a:spcAft>
              <a:buSzPts val="2400"/>
              <a:buFont typeface="DM Sans"/>
              <a:buNone/>
              <a:defRPr sz="2400" b="1">
                <a:latin typeface="DM Sans"/>
                <a:ea typeface="DM Sans"/>
                <a:cs typeface="DM Sans"/>
                <a:sym typeface="DM Sans"/>
              </a:defRPr>
            </a:lvl7pPr>
            <a:lvl8pPr lvl="7" algn="ctr" rtl="0">
              <a:lnSpc>
                <a:spcPct val="100000"/>
              </a:lnSpc>
              <a:spcBef>
                <a:spcPts val="0"/>
              </a:spcBef>
              <a:spcAft>
                <a:spcPts val="0"/>
              </a:spcAft>
              <a:buSzPts val="2400"/>
              <a:buFont typeface="DM Sans"/>
              <a:buNone/>
              <a:defRPr sz="2400" b="1">
                <a:latin typeface="DM Sans"/>
                <a:ea typeface="DM Sans"/>
                <a:cs typeface="DM Sans"/>
                <a:sym typeface="DM Sans"/>
              </a:defRPr>
            </a:lvl8pPr>
            <a:lvl9pPr lvl="8" algn="ctr" rtl="0">
              <a:lnSpc>
                <a:spcPct val="100000"/>
              </a:lnSpc>
              <a:spcBef>
                <a:spcPts val="0"/>
              </a:spcBef>
              <a:spcAft>
                <a:spcPts val="0"/>
              </a:spcAft>
              <a:buSzPts val="2400"/>
              <a:buFont typeface="DM Sans"/>
              <a:buNone/>
              <a:defRPr sz="2400" b="1">
                <a:latin typeface="DM Sans"/>
                <a:ea typeface="DM Sans"/>
                <a:cs typeface="DM Sans"/>
                <a:sym typeface="DM Sans"/>
              </a:defRPr>
            </a:lvl9pPr>
          </a:lstStyle>
          <a:p>
            <a:endParaRPr/>
          </a:p>
        </p:txBody>
      </p:sp>
      <p:sp>
        <p:nvSpPr>
          <p:cNvPr id="145" name="Google Shape;145;p23"/>
          <p:cNvSpPr txBox="1">
            <a:spLocks noGrp="1"/>
          </p:cNvSpPr>
          <p:nvPr>
            <p:ph type="subTitle" idx="5"/>
          </p:nvPr>
        </p:nvSpPr>
        <p:spPr>
          <a:xfrm>
            <a:off x="3430364" y="2738350"/>
            <a:ext cx="2283600" cy="484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DM Sans"/>
              <a:buNone/>
              <a:defRPr sz="2100">
                <a:solidFill>
                  <a:schemeClr val="dk1"/>
                </a:solidFill>
                <a:latin typeface="Questrial"/>
                <a:ea typeface="Questrial"/>
                <a:cs typeface="Questrial"/>
                <a:sym typeface="Questrial"/>
              </a:defRPr>
            </a:lvl1pPr>
            <a:lvl2pPr lvl="1" algn="ctr" rtl="0">
              <a:lnSpc>
                <a:spcPct val="100000"/>
              </a:lnSpc>
              <a:spcBef>
                <a:spcPts val="0"/>
              </a:spcBef>
              <a:spcAft>
                <a:spcPts val="0"/>
              </a:spcAft>
              <a:buSzPts val="2400"/>
              <a:buFont typeface="DM Sans"/>
              <a:buNone/>
              <a:defRPr sz="2400" b="1">
                <a:latin typeface="DM Sans"/>
                <a:ea typeface="DM Sans"/>
                <a:cs typeface="DM Sans"/>
                <a:sym typeface="DM Sans"/>
              </a:defRPr>
            </a:lvl2pPr>
            <a:lvl3pPr lvl="2" algn="ctr" rtl="0">
              <a:lnSpc>
                <a:spcPct val="100000"/>
              </a:lnSpc>
              <a:spcBef>
                <a:spcPts val="0"/>
              </a:spcBef>
              <a:spcAft>
                <a:spcPts val="0"/>
              </a:spcAft>
              <a:buSzPts val="2400"/>
              <a:buFont typeface="DM Sans"/>
              <a:buNone/>
              <a:defRPr sz="2400" b="1">
                <a:latin typeface="DM Sans"/>
                <a:ea typeface="DM Sans"/>
                <a:cs typeface="DM Sans"/>
                <a:sym typeface="DM Sans"/>
              </a:defRPr>
            </a:lvl3pPr>
            <a:lvl4pPr lvl="3" algn="ctr" rtl="0">
              <a:lnSpc>
                <a:spcPct val="100000"/>
              </a:lnSpc>
              <a:spcBef>
                <a:spcPts val="0"/>
              </a:spcBef>
              <a:spcAft>
                <a:spcPts val="0"/>
              </a:spcAft>
              <a:buSzPts val="2400"/>
              <a:buFont typeface="DM Sans"/>
              <a:buNone/>
              <a:defRPr sz="2400" b="1">
                <a:latin typeface="DM Sans"/>
                <a:ea typeface="DM Sans"/>
                <a:cs typeface="DM Sans"/>
                <a:sym typeface="DM Sans"/>
              </a:defRPr>
            </a:lvl4pPr>
            <a:lvl5pPr lvl="4" algn="ctr" rtl="0">
              <a:lnSpc>
                <a:spcPct val="100000"/>
              </a:lnSpc>
              <a:spcBef>
                <a:spcPts val="0"/>
              </a:spcBef>
              <a:spcAft>
                <a:spcPts val="0"/>
              </a:spcAft>
              <a:buSzPts val="2400"/>
              <a:buFont typeface="DM Sans"/>
              <a:buNone/>
              <a:defRPr sz="2400" b="1">
                <a:latin typeface="DM Sans"/>
                <a:ea typeface="DM Sans"/>
                <a:cs typeface="DM Sans"/>
                <a:sym typeface="DM Sans"/>
              </a:defRPr>
            </a:lvl5pPr>
            <a:lvl6pPr lvl="5" algn="ctr" rtl="0">
              <a:lnSpc>
                <a:spcPct val="100000"/>
              </a:lnSpc>
              <a:spcBef>
                <a:spcPts val="0"/>
              </a:spcBef>
              <a:spcAft>
                <a:spcPts val="0"/>
              </a:spcAft>
              <a:buSzPts val="2400"/>
              <a:buFont typeface="DM Sans"/>
              <a:buNone/>
              <a:defRPr sz="2400" b="1">
                <a:latin typeface="DM Sans"/>
                <a:ea typeface="DM Sans"/>
                <a:cs typeface="DM Sans"/>
                <a:sym typeface="DM Sans"/>
              </a:defRPr>
            </a:lvl6pPr>
            <a:lvl7pPr lvl="6" algn="ctr" rtl="0">
              <a:lnSpc>
                <a:spcPct val="100000"/>
              </a:lnSpc>
              <a:spcBef>
                <a:spcPts val="0"/>
              </a:spcBef>
              <a:spcAft>
                <a:spcPts val="0"/>
              </a:spcAft>
              <a:buSzPts val="2400"/>
              <a:buFont typeface="DM Sans"/>
              <a:buNone/>
              <a:defRPr sz="2400" b="1">
                <a:latin typeface="DM Sans"/>
                <a:ea typeface="DM Sans"/>
                <a:cs typeface="DM Sans"/>
                <a:sym typeface="DM Sans"/>
              </a:defRPr>
            </a:lvl7pPr>
            <a:lvl8pPr lvl="7" algn="ctr" rtl="0">
              <a:lnSpc>
                <a:spcPct val="100000"/>
              </a:lnSpc>
              <a:spcBef>
                <a:spcPts val="0"/>
              </a:spcBef>
              <a:spcAft>
                <a:spcPts val="0"/>
              </a:spcAft>
              <a:buSzPts val="2400"/>
              <a:buFont typeface="DM Sans"/>
              <a:buNone/>
              <a:defRPr sz="2400" b="1">
                <a:latin typeface="DM Sans"/>
                <a:ea typeface="DM Sans"/>
                <a:cs typeface="DM Sans"/>
                <a:sym typeface="DM Sans"/>
              </a:defRPr>
            </a:lvl8pPr>
            <a:lvl9pPr lvl="8" algn="ctr" rtl="0">
              <a:lnSpc>
                <a:spcPct val="100000"/>
              </a:lnSpc>
              <a:spcBef>
                <a:spcPts val="0"/>
              </a:spcBef>
              <a:spcAft>
                <a:spcPts val="0"/>
              </a:spcAft>
              <a:buSzPts val="2400"/>
              <a:buFont typeface="DM Sans"/>
              <a:buNone/>
              <a:defRPr sz="2400" b="1">
                <a:latin typeface="DM Sans"/>
                <a:ea typeface="DM Sans"/>
                <a:cs typeface="DM Sans"/>
                <a:sym typeface="DM Sans"/>
              </a:defRPr>
            </a:lvl9pPr>
          </a:lstStyle>
          <a:p>
            <a:endParaRPr/>
          </a:p>
        </p:txBody>
      </p:sp>
      <p:sp>
        <p:nvSpPr>
          <p:cNvPr id="146" name="Google Shape;146;p23"/>
          <p:cNvSpPr txBox="1">
            <a:spLocks noGrp="1"/>
          </p:cNvSpPr>
          <p:nvPr>
            <p:ph type="subTitle" idx="6"/>
          </p:nvPr>
        </p:nvSpPr>
        <p:spPr>
          <a:xfrm>
            <a:off x="6140400" y="2738350"/>
            <a:ext cx="2283600" cy="484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DM Sans"/>
              <a:buNone/>
              <a:defRPr sz="2100">
                <a:solidFill>
                  <a:schemeClr val="dk1"/>
                </a:solidFill>
                <a:latin typeface="Questrial"/>
                <a:ea typeface="Questrial"/>
                <a:cs typeface="Questrial"/>
                <a:sym typeface="Questrial"/>
              </a:defRPr>
            </a:lvl1pPr>
            <a:lvl2pPr lvl="1" algn="ctr" rtl="0">
              <a:lnSpc>
                <a:spcPct val="100000"/>
              </a:lnSpc>
              <a:spcBef>
                <a:spcPts val="0"/>
              </a:spcBef>
              <a:spcAft>
                <a:spcPts val="0"/>
              </a:spcAft>
              <a:buSzPts val="2400"/>
              <a:buFont typeface="DM Sans"/>
              <a:buNone/>
              <a:defRPr sz="2400" b="1">
                <a:latin typeface="DM Sans"/>
                <a:ea typeface="DM Sans"/>
                <a:cs typeface="DM Sans"/>
                <a:sym typeface="DM Sans"/>
              </a:defRPr>
            </a:lvl2pPr>
            <a:lvl3pPr lvl="2" algn="ctr" rtl="0">
              <a:lnSpc>
                <a:spcPct val="100000"/>
              </a:lnSpc>
              <a:spcBef>
                <a:spcPts val="0"/>
              </a:spcBef>
              <a:spcAft>
                <a:spcPts val="0"/>
              </a:spcAft>
              <a:buSzPts val="2400"/>
              <a:buFont typeface="DM Sans"/>
              <a:buNone/>
              <a:defRPr sz="2400" b="1">
                <a:latin typeface="DM Sans"/>
                <a:ea typeface="DM Sans"/>
                <a:cs typeface="DM Sans"/>
                <a:sym typeface="DM Sans"/>
              </a:defRPr>
            </a:lvl3pPr>
            <a:lvl4pPr lvl="3" algn="ctr" rtl="0">
              <a:lnSpc>
                <a:spcPct val="100000"/>
              </a:lnSpc>
              <a:spcBef>
                <a:spcPts val="0"/>
              </a:spcBef>
              <a:spcAft>
                <a:spcPts val="0"/>
              </a:spcAft>
              <a:buSzPts val="2400"/>
              <a:buFont typeface="DM Sans"/>
              <a:buNone/>
              <a:defRPr sz="2400" b="1">
                <a:latin typeface="DM Sans"/>
                <a:ea typeface="DM Sans"/>
                <a:cs typeface="DM Sans"/>
                <a:sym typeface="DM Sans"/>
              </a:defRPr>
            </a:lvl4pPr>
            <a:lvl5pPr lvl="4" algn="ctr" rtl="0">
              <a:lnSpc>
                <a:spcPct val="100000"/>
              </a:lnSpc>
              <a:spcBef>
                <a:spcPts val="0"/>
              </a:spcBef>
              <a:spcAft>
                <a:spcPts val="0"/>
              </a:spcAft>
              <a:buSzPts val="2400"/>
              <a:buFont typeface="DM Sans"/>
              <a:buNone/>
              <a:defRPr sz="2400" b="1">
                <a:latin typeface="DM Sans"/>
                <a:ea typeface="DM Sans"/>
                <a:cs typeface="DM Sans"/>
                <a:sym typeface="DM Sans"/>
              </a:defRPr>
            </a:lvl5pPr>
            <a:lvl6pPr lvl="5" algn="ctr" rtl="0">
              <a:lnSpc>
                <a:spcPct val="100000"/>
              </a:lnSpc>
              <a:spcBef>
                <a:spcPts val="0"/>
              </a:spcBef>
              <a:spcAft>
                <a:spcPts val="0"/>
              </a:spcAft>
              <a:buSzPts val="2400"/>
              <a:buFont typeface="DM Sans"/>
              <a:buNone/>
              <a:defRPr sz="2400" b="1">
                <a:latin typeface="DM Sans"/>
                <a:ea typeface="DM Sans"/>
                <a:cs typeface="DM Sans"/>
                <a:sym typeface="DM Sans"/>
              </a:defRPr>
            </a:lvl6pPr>
            <a:lvl7pPr lvl="6" algn="ctr" rtl="0">
              <a:lnSpc>
                <a:spcPct val="100000"/>
              </a:lnSpc>
              <a:spcBef>
                <a:spcPts val="0"/>
              </a:spcBef>
              <a:spcAft>
                <a:spcPts val="0"/>
              </a:spcAft>
              <a:buSzPts val="2400"/>
              <a:buFont typeface="DM Sans"/>
              <a:buNone/>
              <a:defRPr sz="2400" b="1">
                <a:latin typeface="DM Sans"/>
                <a:ea typeface="DM Sans"/>
                <a:cs typeface="DM Sans"/>
                <a:sym typeface="DM Sans"/>
              </a:defRPr>
            </a:lvl7pPr>
            <a:lvl8pPr lvl="7" algn="ctr" rtl="0">
              <a:lnSpc>
                <a:spcPct val="100000"/>
              </a:lnSpc>
              <a:spcBef>
                <a:spcPts val="0"/>
              </a:spcBef>
              <a:spcAft>
                <a:spcPts val="0"/>
              </a:spcAft>
              <a:buSzPts val="2400"/>
              <a:buFont typeface="DM Sans"/>
              <a:buNone/>
              <a:defRPr sz="2400" b="1">
                <a:latin typeface="DM Sans"/>
                <a:ea typeface="DM Sans"/>
                <a:cs typeface="DM Sans"/>
                <a:sym typeface="DM Sans"/>
              </a:defRPr>
            </a:lvl8pPr>
            <a:lvl9pPr lvl="8" algn="ctr" rtl="0">
              <a:lnSpc>
                <a:spcPct val="100000"/>
              </a:lnSpc>
              <a:spcBef>
                <a:spcPts val="0"/>
              </a:spcBef>
              <a:spcAft>
                <a:spcPts val="0"/>
              </a:spcAft>
              <a:buSzPts val="2400"/>
              <a:buFont typeface="DM Sans"/>
              <a:buNone/>
              <a:defRPr sz="2400" b="1">
                <a:latin typeface="DM Sans"/>
                <a:ea typeface="DM Sans"/>
                <a:cs typeface="DM Sans"/>
                <a:sym typeface="DM Sans"/>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four columns">
  <p:cSld name="CUSTOM_5">
    <p:spTree>
      <p:nvGrpSpPr>
        <p:cNvPr id="1" name="Shape 147"/>
        <p:cNvGrpSpPr/>
        <p:nvPr/>
      </p:nvGrpSpPr>
      <p:grpSpPr>
        <a:xfrm>
          <a:off x="0" y="0"/>
          <a:ext cx="0" cy="0"/>
          <a:chOff x="0" y="0"/>
          <a:chExt cx="0" cy="0"/>
        </a:xfrm>
      </p:grpSpPr>
      <p:grpSp>
        <p:nvGrpSpPr>
          <p:cNvPr id="148" name="Google Shape;148;p24"/>
          <p:cNvGrpSpPr/>
          <p:nvPr/>
        </p:nvGrpSpPr>
        <p:grpSpPr>
          <a:xfrm>
            <a:off x="-171450" y="-136765"/>
            <a:ext cx="10395816" cy="5375515"/>
            <a:chOff x="-171450" y="-136765"/>
            <a:chExt cx="10395816" cy="5375515"/>
          </a:xfrm>
        </p:grpSpPr>
        <p:pic>
          <p:nvPicPr>
            <p:cNvPr id="149" name="Google Shape;149;p24"/>
            <p:cNvPicPr preferRelativeResize="0"/>
            <p:nvPr/>
          </p:nvPicPr>
          <p:blipFill rotWithShape="1">
            <a:blip r:embed="rId2">
              <a:alphaModFix/>
            </a:blip>
            <a:srcRect t="66088" r="8958"/>
            <a:stretch/>
          </p:blipFill>
          <p:spPr>
            <a:xfrm rot="10800000">
              <a:off x="-171450" y="4495850"/>
              <a:ext cx="8324852" cy="742900"/>
            </a:xfrm>
            <a:prstGeom prst="rect">
              <a:avLst/>
            </a:prstGeom>
            <a:noFill/>
            <a:ln>
              <a:noFill/>
            </a:ln>
          </p:spPr>
        </p:pic>
        <p:pic>
          <p:nvPicPr>
            <p:cNvPr id="150" name="Google Shape;150;p24"/>
            <p:cNvPicPr preferRelativeResize="0"/>
            <p:nvPr/>
          </p:nvPicPr>
          <p:blipFill rotWithShape="1">
            <a:blip r:embed="rId3">
              <a:alphaModFix/>
            </a:blip>
            <a:srcRect l="68186" t="63577"/>
            <a:stretch/>
          </p:blipFill>
          <p:spPr>
            <a:xfrm rot="10800000">
              <a:off x="7715387" y="-136765"/>
              <a:ext cx="2508979" cy="1047750"/>
            </a:xfrm>
            <a:prstGeom prst="rect">
              <a:avLst/>
            </a:prstGeom>
            <a:noFill/>
            <a:ln>
              <a:noFill/>
            </a:ln>
          </p:spPr>
        </p:pic>
      </p:grpSp>
      <p:sp>
        <p:nvSpPr>
          <p:cNvPr id="151" name="Google Shape;151;p2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3100"/>
              <a:buNone/>
              <a:defRPr/>
            </a:lvl2pPr>
            <a:lvl3pPr lvl="2" rtl="0">
              <a:spcBef>
                <a:spcPts val="0"/>
              </a:spcBef>
              <a:spcAft>
                <a:spcPts val="0"/>
              </a:spcAft>
              <a:buSzPts val="3100"/>
              <a:buNone/>
              <a:defRPr/>
            </a:lvl3pPr>
            <a:lvl4pPr lvl="3" rtl="0">
              <a:spcBef>
                <a:spcPts val="0"/>
              </a:spcBef>
              <a:spcAft>
                <a:spcPts val="0"/>
              </a:spcAft>
              <a:buSzPts val="3100"/>
              <a:buNone/>
              <a:defRPr/>
            </a:lvl4pPr>
            <a:lvl5pPr lvl="4" rtl="0">
              <a:spcBef>
                <a:spcPts val="0"/>
              </a:spcBef>
              <a:spcAft>
                <a:spcPts val="0"/>
              </a:spcAft>
              <a:buSzPts val="3100"/>
              <a:buNone/>
              <a:defRPr/>
            </a:lvl5pPr>
            <a:lvl6pPr lvl="5" rtl="0">
              <a:spcBef>
                <a:spcPts val="0"/>
              </a:spcBef>
              <a:spcAft>
                <a:spcPts val="0"/>
              </a:spcAft>
              <a:buSzPts val="3100"/>
              <a:buNone/>
              <a:defRPr/>
            </a:lvl6pPr>
            <a:lvl7pPr lvl="6" rtl="0">
              <a:spcBef>
                <a:spcPts val="0"/>
              </a:spcBef>
              <a:spcAft>
                <a:spcPts val="0"/>
              </a:spcAft>
              <a:buSzPts val="3100"/>
              <a:buNone/>
              <a:defRPr/>
            </a:lvl7pPr>
            <a:lvl8pPr lvl="7" rtl="0">
              <a:spcBef>
                <a:spcPts val="0"/>
              </a:spcBef>
              <a:spcAft>
                <a:spcPts val="0"/>
              </a:spcAft>
              <a:buSzPts val="3100"/>
              <a:buNone/>
              <a:defRPr/>
            </a:lvl8pPr>
            <a:lvl9pPr lvl="8" rtl="0">
              <a:spcBef>
                <a:spcPts val="0"/>
              </a:spcBef>
              <a:spcAft>
                <a:spcPts val="0"/>
              </a:spcAft>
              <a:buSzPts val="3100"/>
              <a:buNone/>
              <a:defRPr/>
            </a:lvl9pPr>
          </a:lstStyle>
          <a:p>
            <a:endParaRPr/>
          </a:p>
        </p:txBody>
      </p:sp>
      <p:sp>
        <p:nvSpPr>
          <p:cNvPr id="152" name="Google Shape;152;p24"/>
          <p:cNvSpPr txBox="1">
            <a:spLocks noGrp="1"/>
          </p:cNvSpPr>
          <p:nvPr>
            <p:ph type="subTitle" idx="1"/>
          </p:nvPr>
        </p:nvSpPr>
        <p:spPr>
          <a:xfrm>
            <a:off x="1940229" y="1990401"/>
            <a:ext cx="19782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53" name="Google Shape;153;p24"/>
          <p:cNvSpPr txBox="1">
            <a:spLocks noGrp="1"/>
          </p:cNvSpPr>
          <p:nvPr>
            <p:ph type="subTitle" idx="2"/>
          </p:nvPr>
        </p:nvSpPr>
        <p:spPr>
          <a:xfrm>
            <a:off x="6282482" y="1990401"/>
            <a:ext cx="19782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54" name="Google Shape;154;p24"/>
          <p:cNvSpPr txBox="1">
            <a:spLocks noGrp="1"/>
          </p:cNvSpPr>
          <p:nvPr>
            <p:ph type="subTitle" idx="3"/>
          </p:nvPr>
        </p:nvSpPr>
        <p:spPr>
          <a:xfrm>
            <a:off x="1940229" y="3543851"/>
            <a:ext cx="19782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55" name="Google Shape;155;p24"/>
          <p:cNvSpPr txBox="1">
            <a:spLocks noGrp="1"/>
          </p:cNvSpPr>
          <p:nvPr>
            <p:ph type="subTitle" idx="4"/>
          </p:nvPr>
        </p:nvSpPr>
        <p:spPr>
          <a:xfrm>
            <a:off x="6282482" y="3543851"/>
            <a:ext cx="19782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56" name="Google Shape;156;p24"/>
          <p:cNvSpPr txBox="1">
            <a:spLocks noGrp="1"/>
          </p:cNvSpPr>
          <p:nvPr>
            <p:ph type="subTitle" idx="5"/>
          </p:nvPr>
        </p:nvSpPr>
        <p:spPr>
          <a:xfrm>
            <a:off x="1940218" y="1625400"/>
            <a:ext cx="1978200" cy="484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DM Sans"/>
              <a:buNone/>
              <a:defRPr sz="2100">
                <a:solidFill>
                  <a:schemeClr val="dk1"/>
                </a:solidFill>
                <a:latin typeface="Questrial"/>
                <a:ea typeface="Questrial"/>
                <a:cs typeface="Questrial"/>
                <a:sym typeface="Questrial"/>
              </a:defRPr>
            </a:lvl1pPr>
            <a:lvl2pPr lvl="1" algn="ctr" rtl="0">
              <a:lnSpc>
                <a:spcPct val="100000"/>
              </a:lnSpc>
              <a:spcBef>
                <a:spcPts val="0"/>
              </a:spcBef>
              <a:spcAft>
                <a:spcPts val="0"/>
              </a:spcAft>
              <a:buSzPts val="2400"/>
              <a:buFont typeface="DM Sans"/>
              <a:buNone/>
              <a:defRPr sz="2400" b="1">
                <a:latin typeface="DM Sans"/>
                <a:ea typeface="DM Sans"/>
                <a:cs typeface="DM Sans"/>
                <a:sym typeface="DM Sans"/>
              </a:defRPr>
            </a:lvl2pPr>
            <a:lvl3pPr lvl="2" algn="ctr" rtl="0">
              <a:lnSpc>
                <a:spcPct val="100000"/>
              </a:lnSpc>
              <a:spcBef>
                <a:spcPts val="0"/>
              </a:spcBef>
              <a:spcAft>
                <a:spcPts val="0"/>
              </a:spcAft>
              <a:buSzPts val="2400"/>
              <a:buFont typeface="DM Sans"/>
              <a:buNone/>
              <a:defRPr sz="2400" b="1">
                <a:latin typeface="DM Sans"/>
                <a:ea typeface="DM Sans"/>
                <a:cs typeface="DM Sans"/>
                <a:sym typeface="DM Sans"/>
              </a:defRPr>
            </a:lvl3pPr>
            <a:lvl4pPr lvl="3" algn="ctr" rtl="0">
              <a:lnSpc>
                <a:spcPct val="100000"/>
              </a:lnSpc>
              <a:spcBef>
                <a:spcPts val="0"/>
              </a:spcBef>
              <a:spcAft>
                <a:spcPts val="0"/>
              </a:spcAft>
              <a:buSzPts val="2400"/>
              <a:buFont typeface="DM Sans"/>
              <a:buNone/>
              <a:defRPr sz="2400" b="1">
                <a:latin typeface="DM Sans"/>
                <a:ea typeface="DM Sans"/>
                <a:cs typeface="DM Sans"/>
                <a:sym typeface="DM Sans"/>
              </a:defRPr>
            </a:lvl4pPr>
            <a:lvl5pPr lvl="4" algn="ctr" rtl="0">
              <a:lnSpc>
                <a:spcPct val="100000"/>
              </a:lnSpc>
              <a:spcBef>
                <a:spcPts val="0"/>
              </a:spcBef>
              <a:spcAft>
                <a:spcPts val="0"/>
              </a:spcAft>
              <a:buSzPts val="2400"/>
              <a:buFont typeface="DM Sans"/>
              <a:buNone/>
              <a:defRPr sz="2400" b="1">
                <a:latin typeface="DM Sans"/>
                <a:ea typeface="DM Sans"/>
                <a:cs typeface="DM Sans"/>
                <a:sym typeface="DM Sans"/>
              </a:defRPr>
            </a:lvl5pPr>
            <a:lvl6pPr lvl="5" algn="ctr" rtl="0">
              <a:lnSpc>
                <a:spcPct val="100000"/>
              </a:lnSpc>
              <a:spcBef>
                <a:spcPts val="0"/>
              </a:spcBef>
              <a:spcAft>
                <a:spcPts val="0"/>
              </a:spcAft>
              <a:buSzPts val="2400"/>
              <a:buFont typeface="DM Sans"/>
              <a:buNone/>
              <a:defRPr sz="2400" b="1">
                <a:latin typeface="DM Sans"/>
                <a:ea typeface="DM Sans"/>
                <a:cs typeface="DM Sans"/>
                <a:sym typeface="DM Sans"/>
              </a:defRPr>
            </a:lvl6pPr>
            <a:lvl7pPr lvl="6" algn="ctr" rtl="0">
              <a:lnSpc>
                <a:spcPct val="100000"/>
              </a:lnSpc>
              <a:spcBef>
                <a:spcPts val="0"/>
              </a:spcBef>
              <a:spcAft>
                <a:spcPts val="0"/>
              </a:spcAft>
              <a:buSzPts val="2400"/>
              <a:buFont typeface="DM Sans"/>
              <a:buNone/>
              <a:defRPr sz="2400" b="1">
                <a:latin typeface="DM Sans"/>
                <a:ea typeface="DM Sans"/>
                <a:cs typeface="DM Sans"/>
                <a:sym typeface="DM Sans"/>
              </a:defRPr>
            </a:lvl7pPr>
            <a:lvl8pPr lvl="7" algn="ctr" rtl="0">
              <a:lnSpc>
                <a:spcPct val="100000"/>
              </a:lnSpc>
              <a:spcBef>
                <a:spcPts val="0"/>
              </a:spcBef>
              <a:spcAft>
                <a:spcPts val="0"/>
              </a:spcAft>
              <a:buSzPts val="2400"/>
              <a:buFont typeface="DM Sans"/>
              <a:buNone/>
              <a:defRPr sz="2400" b="1">
                <a:latin typeface="DM Sans"/>
                <a:ea typeface="DM Sans"/>
                <a:cs typeface="DM Sans"/>
                <a:sym typeface="DM Sans"/>
              </a:defRPr>
            </a:lvl8pPr>
            <a:lvl9pPr lvl="8" algn="ctr" rtl="0">
              <a:lnSpc>
                <a:spcPct val="100000"/>
              </a:lnSpc>
              <a:spcBef>
                <a:spcPts val="0"/>
              </a:spcBef>
              <a:spcAft>
                <a:spcPts val="0"/>
              </a:spcAft>
              <a:buSzPts val="2400"/>
              <a:buFont typeface="DM Sans"/>
              <a:buNone/>
              <a:defRPr sz="2400" b="1">
                <a:latin typeface="DM Sans"/>
                <a:ea typeface="DM Sans"/>
                <a:cs typeface="DM Sans"/>
                <a:sym typeface="DM Sans"/>
              </a:defRPr>
            </a:lvl9pPr>
          </a:lstStyle>
          <a:p>
            <a:endParaRPr/>
          </a:p>
        </p:txBody>
      </p:sp>
      <p:sp>
        <p:nvSpPr>
          <p:cNvPr id="157" name="Google Shape;157;p24"/>
          <p:cNvSpPr txBox="1">
            <a:spLocks noGrp="1"/>
          </p:cNvSpPr>
          <p:nvPr>
            <p:ph type="subTitle" idx="6"/>
          </p:nvPr>
        </p:nvSpPr>
        <p:spPr>
          <a:xfrm>
            <a:off x="1940218" y="3178850"/>
            <a:ext cx="1978200" cy="484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DM Sans"/>
              <a:buNone/>
              <a:defRPr sz="2100">
                <a:solidFill>
                  <a:schemeClr val="dk1"/>
                </a:solidFill>
                <a:latin typeface="Questrial"/>
                <a:ea typeface="Questrial"/>
                <a:cs typeface="Questrial"/>
                <a:sym typeface="Questrial"/>
              </a:defRPr>
            </a:lvl1pPr>
            <a:lvl2pPr lvl="1" algn="ctr" rtl="0">
              <a:lnSpc>
                <a:spcPct val="100000"/>
              </a:lnSpc>
              <a:spcBef>
                <a:spcPts val="0"/>
              </a:spcBef>
              <a:spcAft>
                <a:spcPts val="0"/>
              </a:spcAft>
              <a:buSzPts val="2400"/>
              <a:buFont typeface="DM Sans"/>
              <a:buNone/>
              <a:defRPr sz="2400" b="1">
                <a:latin typeface="DM Sans"/>
                <a:ea typeface="DM Sans"/>
                <a:cs typeface="DM Sans"/>
                <a:sym typeface="DM Sans"/>
              </a:defRPr>
            </a:lvl2pPr>
            <a:lvl3pPr lvl="2" algn="ctr" rtl="0">
              <a:lnSpc>
                <a:spcPct val="100000"/>
              </a:lnSpc>
              <a:spcBef>
                <a:spcPts val="0"/>
              </a:spcBef>
              <a:spcAft>
                <a:spcPts val="0"/>
              </a:spcAft>
              <a:buSzPts val="2400"/>
              <a:buFont typeface="DM Sans"/>
              <a:buNone/>
              <a:defRPr sz="2400" b="1">
                <a:latin typeface="DM Sans"/>
                <a:ea typeface="DM Sans"/>
                <a:cs typeface="DM Sans"/>
                <a:sym typeface="DM Sans"/>
              </a:defRPr>
            </a:lvl3pPr>
            <a:lvl4pPr lvl="3" algn="ctr" rtl="0">
              <a:lnSpc>
                <a:spcPct val="100000"/>
              </a:lnSpc>
              <a:spcBef>
                <a:spcPts val="0"/>
              </a:spcBef>
              <a:spcAft>
                <a:spcPts val="0"/>
              </a:spcAft>
              <a:buSzPts val="2400"/>
              <a:buFont typeface="DM Sans"/>
              <a:buNone/>
              <a:defRPr sz="2400" b="1">
                <a:latin typeface="DM Sans"/>
                <a:ea typeface="DM Sans"/>
                <a:cs typeface="DM Sans"/>
                <a:sym typeface="DM Sans"/>
              </a:defRPr>
            </a:lvl4pPr>
            <a:lvl5pPr lvl="4" algn="ctr" rtl="0">
              <a:lnSpc>
                <a:spcPct val="100000"/>
              </a:lnSpc>
              <a:spcBef>
                <a:spcPts val="0"/>
              </a:spcBef>
              <a:spcAft>
                <a:spcPts val="0"/>
              </a:spcAft>
              <a:buSzPts val="2400"/>
              <a:buFont typeface="DM Sans"/>
              <a:buNone/>
              <a:defRPr sz="2400" b="1">
                <a:latin typeface="DM Sans"/>
                <a:ea typeface="DM Sans"/>
                <a:cs typeface="DM Sans"/>
                <a:sym typeface="DM Sans"/>
              </a:defRPr>
            </a:lvl5pPr>
            <a:lvl6pPr lvl="5" algn="ctr" rtl="0">
              <a:lnSpc>
                <a:spcPct val="100000"/>
              </a:lnSpc>
              <a:spcBef>
                <a:spcPts val="0"/>
              </a:spcBef>
              <a:spcAft>
                <a:spcPts val="0"/>
              </a:spcAft>
              <a:buSzPts val="2400"/>
              <a:buFont typeface="DM Sans"/>
              <a:buNone/>
              <a:defRPr sz="2400" b="1">
                <a:latin typeface="DM Sans"/>
                <a:ea typeface="DM Sans"/>
                <a:cs typeface="DM Sans"/>
                <a:sym typeface="DM Sans"/>
              </a:defRPr>
            </a:lvl6pPr>
            <a:lvl7pPr lvl="6" algn="ctr" rtl="0">
              <a:lnSpc>
                <a:spcPct val="100000"/>
              </a:lnSpc>
              <a:spcBef>
                <a:spcPts val="0"/>
              </a:spcBef>
              <a:spcAft>
                <a:spcPts val="0"/>
              </a:spcAft>
              <a:buSzPts val="2400"/>
              <a:buFont typeface="DM Sans"/>
              <a:buNone/>
              <a:defRPr sz="2400" b="1">
                <a:latin typeface="DM Sans"/>
                <a:ea typeface="DM Sans"/>
                <a:cs typeface="DM Sans"/>
                <a:sym typeface="DM Sans"/>
              </a:defRPr>
            </a:lvl7pPr>
            <a:lvl8pPr lvl="7" algn="ctr" rtl="0">
              <a:lnSpc>
                <a:spcPct val="100000"/>
              </a:lnSpc>
              <a:spcBef>
                <a:spcPts val="0"/>
              </a:spcBef>
              <a:spcAft>
                <a:spcPts val="0"/>
              </a:spcAft>
              <a:buSzPts val="2400"/>
              <a:buFont typeface="DM Sans"/>
              <a:buNone/>
              <a:defRPr sz="2400" b="1">
                <a:latin typeface="DM Sans"/>
                <a:ea typeface="DM Sans"/>
                <a:cs typeface="DM Sans"/>
                <a:sym typeface="DM Sans"/>
              </a:defRPr>
            </a:lvl8pPr>
            <a:lvl9pPr lvl="8" algn="ctr" rtl="0">
              <a:lnSpc>
                <a:spcPct val="100000"/>
              </a:lnSpc>
              <a:spcBef>
                <a:spcPts val="0"/>
              </a:spcBef>
              <a:spcAft>
                <a:spcPts val="0"/>
              </a:spcAft>
              <a:buSzPts val="2400"/>
              <a:buFont typeface="DM Sans"/>
              <a:buNone/>
              <a:defRPr sz="2400" b="1">
                <a:latin typeface="DM Sans"/>
                <a:ea typeface="DM Sans"/>
                <a:cs typeface="DM Sans"/>
                <a:sym typeface="DM Sans"/>
              </a:defRPr>
            </a:lvl9pPr>
          </a:lstStyle>
          <a:p>
            <a:endParaRPr/>
          </a:p>
        </p:txBody>
      </p:sp>
      <p:sp>
        <p:nvSpPr>
          <p:cNvPr id="158" name="Google Shape;158;p24"/>
          <p:cNvSpPr txBox="1">
            <a:spLocks noGrp="1"/>
          </p:cNvSpPr>
          <p:nvPr>
            <p:ph type="subTitle" idx="7"/>
          </p:nvPr>
        </p:nvSpPr>
        <p:spPr>
          <a:xfrm>
            <a:off x="6282468" y="1625400"/>
            <a:ext cx="1978200" cy="484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DM Sans"/>
              <a:buNone/>
              <a:defRPr sz="2100">
                <a:solidFill>
                  <a:schemeClr val="dk1"/>
                </a:solidFill>
                <a:latin typeface="Questrial"/>
                <a:ea typeface="Questrial"/>
                <a:cs typeface="Questrial"/>
                <a:sym typeface="Questrial"/>
              </a:defRPr>
            </a:lvl1pPr>
            <a:lvl2pPr lvl="1" algn="ctr" rtl="0">
              <a:lnSpc>
                <a:spcPct val="100000"/>
              </a:lnSpc>
              <a:spcBef>
                <a:spcPts val="0"/>
              </a:spcBef>
              <a:spcAft>
                <a:spcPts val="0"/>
              </a:spcAft>
              <a:buSzPts val="2400"/>
              <a:buFont typeface="DM Sans"/>
              <a:buNone/>
              <a:defRPr sz="2400" b="1">
                <a:latin typeface="DM Sans"/>
                <a:ea typeface="DM Sans"/>
                <a:cs typeface="DM Sans"/>
                <a:sym typeface="DM Sans"/>
              </a:defRPr>
            </a:lvl2pPr>
            <a:lvl3pPr lvl="2" algn="ctr" rtl="0">
              <a:lnSpc>
                <a:spcPct val="100000"/>
              </a:lnSpc>
              <a:spcBef>
                <a:spcPts val="0"/>
              </a:spcBef>
              <a:spcAft>
                <a:spcPts val="0"/>
              </a:spcAft>
              <a:buSzPts val="2400"/>
              <a:buFont typeface="DM Sans"/>
              <a:buNone/>
              <a:defRPr sz="2400" b="1">
                <a:latin typeface="DM Sans"/>
                <a:ea typeface="DM Sans"/>
                <a:cs typeface="DM Sans"/>
                <a:sym typeface="DM Sans"/>
              </a:defRPr>
            </a:lvl3pPr>
            <a:lvl4pPr lvl="3" algn="ctr" rtl="0">
              <a:lnSpc>
                <a:spcPct val="100000"/>
              </a:lnSpc>
              <a:spcBef>
                <a:spcPts val="0"/>
              </a:spcBef>
              <a:spcAft>
                <a:spcPts val="0"/>
              </a:spcAft>
              <a:buSzPts val="2400"/>
              <a:buFont typeface="DM Sans"/>
              <a:buNone/>
              <a:defRPr sz="2400" b="1">
                <a:latin typeface="DM Sans"/>
                <a:ea typeface="DM Sans"/>
                <a:cs typeface="DM Sans"/>
                <a:sym typeface="DM Sans"/>
              </a:defRPr>
            </a:lvl4pPr>
            <a:lvl5pPr lvl="4" algn="ctr" rtl="0">
              <a:lnSpc>
                <a:spcPct val="100000"/>
              </a:lnSpc>
              <a:spcBef>
                <a:spcPts val="0"/>
              </a:spcBef>
              <a:spcAft>
                <a:spcPts val="0"/>
              </a:spcAft>
              <a:buSzPts val="2400"/>
              <a:buFont typeface="DM Sans"/>
              <a:buNone/>
              <a:defRPr sz="2400" b="1">
                <a:latin typeface="DM Sans"/>
                <a:ea typeface="DM Sans"/>
                <a:cs typeface="DM Sans"/>
                <a:sym typeface="DM Sans"/>
              </a:defRPr>
            </a:lvl5pPr>
            <a:lvl6pPr lvl="5" algn="ctr" rtl="0">
              <a:lnSpc>
                <a:spcPct val="100000"/>
              </a:lnSpc>
              <a:spcBef>
                <a:spcPts val="0"/>
              </a:spcBef>
              <a:spcAft>
                <a:spcPts val="0"/>
              </a:spcAft>
              <a:buSzPts val="2400"/>
              <a:buFont typeface="DM Sans"/>
              <a:buNone/>
              <a:defRPr sz="2400" b="1">
                <a:latin typeface="DM Sans"/>
                <a:ea typeface="DM Sans"/>
                <a:cs typeface="DM Sans"/>
                <a:sym typeface="DM Sans"/>
              </a:defRPr>
            </a:lvl6pPr>
            <a:lvl7pPr lvl="6" algn="ctr" rtl="0">
              <a:lnSpc>
                <a:spcPct val="100000"/>
              </a:lnSpc>
              <a:spcBef>
                <a:spcPts val="0"/>
              </a:spcBef>
              <a:spcAft>
                <a:spcPts val="0"/>
              </a:spcAft>
              <a:buSzPts val="2400"/>
              <a:buFont typeface="DM Sans"/>
              <a:buNone/>
              <a:defRPr sz="2400" b="1">
                <a:latin typeface="DM Sans"/>
                <a:ea typeface="DM Sans"/>
                <a:cs typeface="DM Sans"/>
                <a:sym typeface="DM Sans"/>
              </a:defRPr>
            </a:lvl7pPr>
            <a:lvl8pPr lvl="7" algn="ctr" rtl="0">
              <a:lnSpc>
                <a:spcPct val="100000"/>
              </a:lnSpc>
              <a:spcBef>
                <a:spcPts val="0"/>
              </a:spcBef>
              <a:spcAft>
                <a:spcPts val="0"/>
              </a:spcAft>
              <a:buSzPts val="2400"/>
              <a:buFont typeface="DM Sans"/>
              <a:buNone/>
              <a:defRPr sz="2400" b="1">
                <a:latin typeface="DM Sans"/>
                <a:ea typeface="DM Sans"/>
                <a:cs typeface="DM Sans"/>
                <a:sym typeface="DM Sans"/>
              </a:defRPr>
            </a:lvl8pPr>
            <a:lvl9pPr lvl="8" algn="ctr" rtl="0">
              <a:lnSpc>
                <a:spcPct val="100000"/>
              </a:lnSpc>
              <a:spcBef>
                <a:spcPts val="0"/>
              </a:spcBef>
              <a:spcAft>
                <a:spcPts val="0"/>
              </a:spcAft>
              <a:buSzPts val="2400"/>
              <a:buFont typeface="DM Sans"/>
              <a:buNone/>
              <a:defRPr sz="2400" b="1">
                <a:latin typeface="DM Sans"/>
                <a:ea typeface="DM Sans"/>
                <a:cs typeface="DM Sans"/>
                <a:sym typeface="DM Sans"/>
              </a:defRPr>
            </a:lvl9pPr>
          </a:lstStyle>
          <a:p>
            <a:endParaRPr/>
          </a:p>
        </p:txBody>
      </p:sp>
      <p:sp>
        <p:nvSpPr>
          <p:cNvPr id="159" name="Google Shape;159;p24"/>
          <p:cNvSpPr txBox="1">
            <a:spLocks noGrp="1"/>
          </p:cNvSpPr>
          <p:nvPr>
            <p:ph type="subTitle" idx="8"/>
          </p:nvPr>
        </p:nvSpPr>
        <p:spPr>
          <a:xfrm>
            <a:off x="6282468" y="3178850"/>
            <a:ext cx="1978200" cy="484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DM Sans"/>
              <a:buNone/>
              <a:defRPr sz="2100">
                <a:solidFill>
                  <a:schemeClr val="dk1"/>
                </a:solidFill>
                <a:latin typeface="Questrial"/>
                <a:ea typeface="Questrial"/>
                <a:cs typeface="Questrial"/>
                <a:sym typeface="Questrial"/>
              </a:defRPr>
            </a:lvl1pPr>
            <a:lvl2pPr lvl="1" algn="ctr" rtl="0">
              <a:lnSpc>
                <a:spcPct val="100000"/>
              </a:lnSpc>
              <a:spcBef>
                <a:spcPts val="0"/>
              </a:spcBef>
              <a:spcAft>
                <a:spcPts val="0"/>
              </a:spcAft>
              <a:buSzPts val="2400"/>
              <a:buFont typeface="DM Sans"/>
              <a:buNone/>
              <a:defRPr sz="2400" b="1">
                <a:latin typeface="DM Sans"/>
                <a:ea typeface="DM Sans"/>
                <a:cs typeface="DM Sans"/>
                <a:sym typeface="DM Sans"/>
              </a:defRPr>
            </a:lvl2pPr>
            <a:lvl3pPr lvl="2" algn="ctr" rtl="0">
              <a:lnSpc>
                <a:spcPct val="100000"/>
              </a:lnSpc>
              <a:spcBef>
                <a:spcPts val="0"/>
              </a:spcBef>
              <a:spcAft>
                <a:spcPts val="0"/>
              </a:spcAft>
              <a:buSzPts val="2400"/>
              <a:buFont typeface="DM Sans"/>
              <a:buNone/>
              <a:defRPr sz="2400" b="1">
                <a:latin typeface="DM Sans"/>
                <a:ea typeface="DM Sans"/>
                <a:cs typeface="DM Sans"/>
                <a:sym typeface="DM Sans"/>
              </a:defRPr>
            </a:lvl3pPr>
            <a:lvl4pPr lvl="3" algn="ctr" rtl="0">
              <a:lnSpc>
                <a:spcPct val="100000"/>
              </a:lnSpc>
              <a:spcBef>
                <a:spcPts val="0"/>
              </a:spcBef>
              <a:spcAft>
                <a:spcPts val="0"/>
              </a:spcAft>
              <a:buSzPts val="2400"/>
              <a:buFont typeface="DM Sans"/>
              <a:buNone/>
              <a:defRPr sz="2400" b="1">
                <a:latin typeface="DM Sans"/>
                <a:ea typeface="DM Sans"/>
                <a:cs typeface="DM Sans"/>
                <a:sym typeface="DM Sans"/>
              </a:defRPr>
            </a:lvl4pPr>
            <a:lvl5pPr lvl="4" algn="ctr" rtl="0">
              <a:lnSpc>
                <a:spcPct val="100000"/>
              </a:lnSpc>
              <a:spcBef>
                <a:spcPts val="0"/>
              </a:spcBef>
              <a:spcAft>
                <a:spcPts val="0"/>
              </a:spcAft>
              <a:buSzPts val="2400"/>
              <a:buFont typeface="DM Sans"/>
              <a:buNone/>
              <a:defRPr sz="2400" b="1">
                <a:latin typeface="DM Sans"/>
                <a:ea typeface="DM Sans"/>
                <a:cs typeface="DM Sans"/>
                <a:sym typeface="DM Sans"/>
              </a:defRPr>
            </a:lvl5pPr>
            <a:lvl6pPr lvl="5" algn="ctr" rtl="0">
              <a:lnSpc>
                <a:spcPct val="100000"/>
              </a:lnSpc>
              <a:spcBef>
                <a:spcPts val="0"/>
              </a:spcBef>
              <a:spcAft>
                <a:spcPts val="0"/>
              </a:spcAft>
              <a:buSzPts val="2400"/>
              <a:buFont typeface="DM Sans"/>
              <a:buNone/>
              <a:defRPr sz="2400" b="1">
                <a:latin typeface="DM Sans"/>
                <a:ea typeface="DM Sans"/>
                <a:cs typeface="DM Sans"/>
                <a:sym typeface="DM Sans"/>
              </a:defRPr>
            </a:lvl6pPr>
            <a:lvl7pPr lvl="6" algn="ctr" rtl="0">
              <a:lnSpc>
                <a:spcPct val="100000"/>
              </a:lnSpc>
              <a:spcBef>
                <a:spcPts val="0"/>
              </a:spcBef>
              <a:spcAft>
                <a:spcPts val="0"/>
              </a:spcAft>
              <a:buSzPts val="2400"/>
              <a:buFont typeface="DM Sans"/>
              <a:buNone/>
              <a:defRPr sz="2400" b="1">
                <a:latin typeface="DM Sans"/>
                <a:ea typeface="DM Sans"/>
                <a:cs typeface="DM Sans"/>
                <a:sym typeface="DM Sans"/>
              </a:defRPr>
            </a:lvl7pPr>
            <a:lvl8pPr lvl="7" algn="ctr" rtl="0">
              <a:lnSpc>
                <a:spcPct val="100000"/>
              </a:lnSpc>
              <a:spcBef>
                <a:spcPts val="0"/>
              </a:spcBef>
              <a:spcAft>
                <a:spcPts val="0"/>
              </a:spcAft>
              <a:buSzPts val="2400"/>
              <a:buFont typeface="DM Sans"/>
              <a:buNone/>
              <a:defRPr sz="2400" b="1">
                <a:latin typeface="DM Sans"/>
                <a:ea typeface="DM Sans"/>
                <a:cs typeface="DM Sans"/>
                <a:sym typeface="DM Sans"/>
              </a:defRPr>
            </a:lvl8pPr>
            <a:lvl9pPr lvl="8" algn="ctr" rtl="0">
              <a:lnSpc>
                <a:spcPct val="100000"/>
              </a:lnSpc>
              <a:spcBef>
                <a:spcPts val="0"/>
              </a:spcBef>
              <a:spcAft>
                <a:spcPts val="0"/>
              </a:spcAft>
              <a:buSzPts val="2400"/>
              <a:buFont typeface="DM Sans"/>
              <a:buNone/>
              <a:defRPr sz="2400" b="1">
                <a:latin typeface="DM Sans"/>
                <a:ea typeface="DM Sans"/>
                <a:cs typeface="DM Sans"/>
                <a:sym typeface="DM Sans"/>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six columns">
  <p:cSld name="CUSTOM_7">
    <p:spTree>
      <p:nvGrpSpPr>
        <p:cNvPr id="1" name="Shape 160"/>
        <p:cNvGrpSpPr/>
        <p:nvPr/>
      </p:nvGrpSpPr>
      <p:grpSpPr>
        <a:xfrm>
          <a:off x="0" y="0"/>
          <a:ext cx="0" cy="0"/>
          <a:chOff x="0" y="0"/>
          <a:chExt cx="0" cy="0"/>
        </a:xfrm>
      </p:grpSpPr>
      <p:grpSp>
        <p:nvGrpSpPr>
          <p:cNvPr id="161" name="Google Shape;161;p25"/>
          <p:cNvGrpSpPr/>
          <p:nvPr/>
        </p:nvGrpSpPr>
        <p:grpSpPr>
          <a:xfrm>
            <a:off x="-114300" y="-95250"/>
            <a:ext cx="9390501" cy="5295900"/>
            <a:chOff x="-114300" y="-95250"/>
            <a:chExt cx="9390501" cy="5295900"/>
          </a:xfrm>
        </p:grpSpPr>
        <p:pic>
          <p:nvPicPr>
            <p:cNvPr id="162" name="Google Shape;162;p25"/>
            <p:cNvPicPr preferRelativeResize="0"/>
            <p:nvPr/>
          </p:nvPicPr>
          <p:blipFill rotWithShape="1">
            <a:blip r:embed="rId2">
              <a:alphaModFix/>
            </a:blip>
            <a:srcRect l="23283" b="3717"/>
            <a:stretch/>
          </p:blipFill>
          <p:spPr>
            <a:xfrm rot="10800000">
              <a:off x="6267450" y="-95250"/>
              <a:ext cx="3008751" cy="4328875"/>
            </a:xfrm>
            <a:prstGeom prst="rect">
              <a:avLst/>
            </a:prstGeom>
            <a:noFill/>
            <a:ln>
              <a:noFill/>
            </a:ln>
          </p:spPr>
        </p:pic>
        <p:pic>
          <p:nvPicPr>
            <p:cNvPr id="163" name="Google Shape;163;p25"/>
            <p:cNvPicPr preferRelativeResize="0"/>
            <p:nvPr/>
          </p:nvPicPr>
          <p:blipFill rotWithShape="1">
            <a:blip r:embed="rId3">
              <a:alphaModFix/>
            </a:blip>
            <a:srcRect l="21415" t="39418" r="37819" b="10382"/>
            <a:stretch/>
          </p:blipFill>
          <p:spPr>
            <a:xfrm rot="-5400000" flipH="1">
              <a:off x="42037" y="3844163"/>
              <a:ext cx="1200150" cy="1512825"/>
            </a:xfrm>
            <a:prstGeom prst="rect">
              <a:avLst/>
            </a:prstGeom>
            <a:noFill/>
            <a:ln>
              <a:noFill/>
            </a:ln>
          </p:spPr>
        </p:pic>
      </p:grpSp>
      <p:sp>
        <p:nvSpPr>
          <p:cNvPr id="164" name="Google Shape;164;p2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3100"/>
              <a:buNone/>
              <a:defRPr/>
            </a:lvl2pPr>
            <a:lvl3pPr lvl="2" rtl="0">
              <a:spcBef>
                <a:spcPts val="0"/>
              </a:spcBef>
              <a:spcAft>
                <a:spcPts val="0"/>
              </a:spcAft>
              <a:buSzPts val="3100"/>
              <a:buNone/>
              <a:defRPr/>
            </a:lvl3pPr>
            <a:lvl4pPr lvl="3" rtl="0">
              <a:spcBef>
                <a:spcPts val="0"/>
              </a:spcBef>
              <a:spcAft>
                <a:spcPts val="0"/>
              </a:spcAft>
              <a:buSzPts val="3100"/>
              <a:buNone/>
              <a:defRPr/>
            </a:lvl4pPr>
            <a:lvl5pPr lvl="4" rtl="0">
              <a:spcBef>
                <a:spcPts val="0"/>
              </a:spcBef>
              <a:spcAft>
                <a:spcPts val="0"/>
              </a:spcAft>
              <a:buSzPts val="3100"/>
              <a:buNone/>
              <a:defRPr/>
            </a:lvl5pPr>
            <a:lvl6pPr lvl="5" rtl="0">
              <a:spcBef>
                <a:spcPts val="0"/>
              </a:spcBef>
              <a:spcAft>
                <a:spcPts val="0"/>
              </a:spcAft>
              <a:buSzPts val="3100"/>
              <a:buNone/>
              <a:defRPr/>
            </a:lvl6pPr>
            <a:lvl7pPr lvl="6" rtl="0">
              <a:spcBef>
                <a:spcPts val="0"/>
              </a:spcBef>
              <a:spcAft>
                <a:spcPts val="0"/>
              </a:spcAft>
              <a:buSzPts val="3100"/>
              <a:buNone/>
              <a:defRPr/>
            </a:lvl7pPr>
            <a:lvl8pPr lvl="7" rtl="0">
              <a:spcBef>
                <a:spcPts val="0"/>
              </a:spcBef>
              <a:spcAft>
                <a:spcPts val="0"/>
              </a:spcAft>
              <a:buSzPts val="3100"/>
              <a:buNone/>
              <a:defRPr/>
            </a:lvl8pPr>
            <a:lvl9pPr lvl="8" rtl="0">
              <a:spcBef>
                <a:spcPts val="0"/>
              </a:spcBef>
              <a:spcAft>
                <a:spcPts val="0"/>
              </a:spcAft>
              <a:buSzPts val="3100"/>
              <a:buNone/>
              <a:defRPr/>
            </a:lvl9pPr>
          </a:lstStyle>
          <a:p>
            <a:endParaRPr/>
          </a:p>
        </p:txBody>
      </p:sp>
      <p:sp>
        <p:nvSpPr>
          <p:cNvPr id="165" name="Google Shape;165;p25"/>
          <p:cNvSpPr txBox="1">
            <a:spLocks noGrp="1"/>
          </p:cNvSpPr>
          <p:nvPr>
            <p:ph type="subTitle" idx="1"/>
          </p:nvPr>
        </p:nvSpPr>
        <p:spPr>
          <a:xfrm>
            <a:off x="789775" y="1965075"/>
            <a:ext cx="21741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66" name="Google Shape;166;p25"/>
          <p:cNvSpPr txBox="1">
            <a:spLocks noGrp="1"/>
          </p:cNvSpPr>
          <p:nvPr>
            <p:ph type="subTitle" idx="2"/>
          </p:nvPr>
        </p:nvSpPr>
        <p:spPr>
          <a:xfrm>
            <a:off x="3483900" y="1965075"/>
            <a:ext cx="21762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67" name="Google Shape;167;p25"/>
          <p:cNvSpPr txBox="1">
            <a:spLocks noGrp="1"/>
          </p:cNvSpPr>
          <p:nvPr>
            <p:ph type="subTitle" idx="3"/>
          </p:nvPr>
        </p:nvSpPr>
        <p:spPr>
          <a:xfrm>
            <a:off x="789775" y="3518525"/>
            <a:ext cx="21741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68" name="Google Shape;168;p25"/>
          <p:cNvSpPr txBox="1">
            <a:spLocks noGrp="1"/>
          </p:cNvSpPr>
          <p:nvPr>
            <p:ph type="subTitle" idx="4"/>
          </p:nvPr>
        </p:nvSpPr>
        <p:spPr>
          <a:xfrm>
            <a:off x="3483900" y="3518525"/>
            <a:ext cx="21762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69" name="Google Shape;169;p25"/>
          <p:cNvSpPr txBox="1">
            <a:spLocks noGrp="1"/>
          </p:cNvSpPr>
          <p:nvPr>
            <p:ph type="subTitle" idx="5"/>
          </p:nvPr>
        </p:nvSpPr>
        <p:spPr>
          <a:xfrm>
            <a:off x="6180125" y="1965075"/>
            <a:ext cx="21780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70" name="Google Shape;170;p25"/>
          <p:cNvSpPr txBox="1">
            <a:spLocks noGrp="1"/>
          </p:cNvSpPr>
          <p:nvPr>
            <p:ph type="subTitle" idx="6"/>
          </p:nvPr>
        </p:nvSpPr>
        <p:spPr>
          <a:xfrm>
            <a:off x="6180125" y="3518525"/>
            <a:ext cx="21780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71" name="Google Shape;171;p25"/>
          <p:cNvSpPr txBox="1">
            <a:spLocks noGrp="1"/>
          </p:cNvSpPr>
          <p:nvPr>
            <p:ph type="subTitle" idx="7"/>
          </p:nvPr>
        </p:nvSpPr>
        <p:spPr>
          <a:xfrm>
            <a:off x="789775" y="1600075"/>
            <a:ext cx="2172000" cy="484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DM Sans"/>
              <a:buNone/>
              <a:defRPr sz="2100">
                <a:solidFill>
                  <a:schemeClr val="dk1"/>
                </a:solidFill>
                <a:latin typeface="Questrial"/>
                <a:ea typeface="Questrial"/>
                <a:cs typeface="Questrial"/>
                <a:sym typeface="Questrial"/>
              </a:defRPr>
            </a:lvl1pPr>
            <a:lvl2pPr lvl="1" algn="ctr" rtl="0">
              <a:lnSpc>
                <a:spcPct val="100000"/>
              </a:lnSpc>
              <a:spcBef>
                <a:spcPts val="0"/>
              </a:spcBef>
              <a:spcAft>
                <a:spcPts val="0"/>
              </a:spcAft>
              <a:buSzPts val="2400"/>
              <a:buFont typeface="DM Sans"/>
              <a:buNone/>
              <a:defRPr sz="2400" b="1">
                <a:latin typeface="DM Sans"/>
                <a:ea typeface="DM Sans"/>
                <a:cs typeface="DM Sans"/>
                <a:sym typeface="DM Sans"/>
              </a:defRPr>
            </a:lvl2pPr>
            <a:lvl3pPr lvl="2" algn="ctr" rtl="0">
              <a:lnSpc>
                <a:spcPct val="100000"/>
              </a:lnSpc>
              <a:spcBef>
                <a:spcPts val="0"/>
              </a:spcBef>
              <a:spcAft>
                <a:spcPts val="0"/>
              </a:spcAft>
              <a:buSzPts val="2400"/>
              <a:buFont typeface="DM Sans"/>
              <a:buNone/>
              <a:defRPr sz="2400" b="1">
                <a:latin typeface="DM Sans"/>
                <a:ea typeface="DM Sans"/>
                <a:cs typeface="DM Sans"/>
                <a:sym typeface="DM Sans"/>
              </a:defRPr>
            </a:lvl3pPr>
            <a:lvl4pPr lvl="3" algn="ctr" rtl="0">
              <a:lnSpc>
                <a:spcPct val="100000"/>
              </a:lnSpc>
              <a:spcBef>
                <a:spcPts val="0"/>
              </a:spcBef>
              <a:spcAft>
                <a:spcPts val="0"/>
              </a:spcAft>
              <a:buSzPts val="2400"/>
              <a:buFont typeface="DM Sans"/>
              <a:buNone/>
              <a:defRPr sz="2400" b="1">
                <a:latin typeface="DM Sans"/>
                <a:ea typeface="DM Sans"/>
                <a:cs typeface="DM Sans"/>
                <a:sym typeface="DM Sans"/>
              </a:defRPr>
            </a:lvl4pPr>
            <a:lvl5pPr lvl="4" algn="ctr" rtl="0">
              <a:lnSpc>
                <a:spcPct val="100000"/>
              </a:lnSpc>
              <a:spcBef>
                <a:spcPts val="0"/>
              </a:spcBef>
              <a:spcAft>
                <a:spcPts val="0"/>
              </a:spcAft>
              <a:buSzPts val="2400"/>
              <a:buFont typeface="DM Sans"/>
              <a:buNone/>
              <a:defRPr sz="2400" b="1">
                <a:latin typeface="DM Sans"/>
                <a:ea typeface="DM Sans"/>
                <a:cs typeface="DM Sans"/>
                <a:sym typeface="DM Sans"/>
              </a:defRPr>
            </a:lvl5pPr>
            <a:lvl6pPr lvl="5" algn="ctr" rtl="0">
              <a:lnSpc>
                <a:spcPct val="100000"/>
              </a:lnSpc>
              <a:spcBef>
                <a:spcPts val="0"/>
              </a:spcBef>
              <a:spcAft>
                <a:spcPts val="0"/>
              </a:spcAft>
              <a:buSzPts val="2400"/>
              <a:buFont typeface="DM Sans"/>
              <a:buNone/>
              <a:defRPr sz="2400" b="1">
                <a:latin typeface="DM Sans"/>
                <a:ea typeface="DM Sans"/>
                <a:cs typeface="DM Sans"/>
                <a:sym typeface="DM Sans"/>
              </a:defRPr>
            </a:lvl6pPr>
            <a:lvl7pPr lvl="6" algn="ctr" rtl="0">
              <a:lnSpc>
                <a:spcPct val="100000"/>
              </a:lnSpc>
              <a:spcBef>
                <a:spcPts val="0"/>
              </a:spcBef>
              <a:spcAft>
                <a:spcPts val="0"/>
              </a:spcAft>
              <a:buSzPts val="2400"/>
              <a:buFont typeface="DM Sans"/>
              <a:buNone/>
              <a:defRPr sz="2400" b="1">
                <a:latin typeface="DM Sans"/>
                <a:ea typeface="DM Sans"/>
                <a:cs typeface="DM Sans"/>
                <a:sym typeface="DM Sans"/>
              </a:defRPr>
            </a:lvl7pPr>
            <a:lvl8pPr lvl="7" algn="ctr" rtl="0">
              <a:lnSpc>
                <a:spcPct val="100000"/>
              </a:lnSpc>
              <a:spcBef>
                <a:spcPts val="0"/>
              </a:spcBef>
              <a:spcAft>
                <a:spcPts val="0"/>
              </a:spcAft>
              <a:buSzPts val="2400"/>
              <a:buFont typeface="DM Sans"/>
              <a:buNone/>
              <a:defRPr sz="2400" b="1">
                <a:latin typeface="DM Sans"/>
                <a:ea typeface="DM Sans"/>
                <a:cs typeface="DM Sans"/>
                <a:sym typeface="DM Sans"/>
              </a:defRPr>
            </a:lvl8pPr>
            <a:lvl9pPr lvl="8" algn="ctr" rtl="0">
              <a:lnSpc>
                <a:spcPct val="100000"/>
              </a:lnSpc>
              <a:spcBef>
                <a:spcPts val="0"/>
              </a:spcBef>
              <a:spcAft>
                <a:spcPts val="0"/>
              </a:spcAft>
              <a:buSzPts val="2400"/>
              <a:buFont typeface="DM Sans"/>
              <a:buNone/>
              <a:defRPr sz="2400" b="1">
                <a:latin typeface="DM Sans"/>
                <a:ea typeface="DM Sans"/>
                <a:cs typeface="DM Sans"/>
                <a:sym typeface="DM Sans"/>
              </a:defRPr>
            </a:lvl9pPr>
          </a:lstStyle>
          <a:p>
            <a:endParaRPr/>
          </a:p>
        </p:txBody>
      </p:sp>
      <p:sp>
        <p:nvSpPr>
          <p:cNvPr id="172" name="Google Shape;172;p25"/>
          <p:cNvSpPr txBox="1">
            <a:spLocks noGrp="1"/>
          </p:cNvSpPr>
          <p:nvPr>
            <p:ph type="subTitle" idx="8"/>
          </p:nvPr>
        </p:nvSpPr>
        <p:spPr>
          <a:xfrm>
            <a:off x="3483900" y="1600075"/>
            <a:ext cx="2174100" cy="484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DM Sans"/>
              <a:buNone/>
              <a:defRPr sz="2100">
                <a:solidFill>
                  <a:schemeClr val="dk1"/>
                </a:solidFill>
                <a:latin typeface="Questrial"/>
                <a:ea typeface="Questrial"/>
                <a:cs typeface="Questrial"/>
                <a:sym typeface="Questrial"/>
              </a:defRPr>
            </a:lvl1pPr>
            <a:lvl2pPr lvl="1" algn="ctr" rtl="0">
              <a:lnSpc>
                <a:spcPct val="100000"/>
              </a:lnSpc>
              <a:spcBef>
                <a:spcPts val="0"/>
              </a:spcBef>
              <a:spcAft>
                <a:spcPts val="0"/>
              </a:spcAft>
              <a:buSzPts val="2400"/>
              <a:buFont typeface="DM Sans"/>
              <a:buNone/>
              <a:defRPr sz="2400" b="1">
                <a:latin typeface="DM Sans"/>
                <a:ea typeface="DM Sans"/>
                <a:cs typeface="DM Sans"/>
                <a:sym typeface="DM Sans"/>
              </a:defRPr>
            </a:lvl2pPr>
            <a:lvl3pPr lvl="2" algn="ctr" rtl="0">
              <a:lnSpc>
                <a:spcPct val="100000"/>
              </a:lnSpc>
              <a:spcBef>
                <a:spcPts val="0"/>
              </a:spcBef>
              <a:spcAft>
                <a:spcPts val="0"/>
              </a:spcAft>
              <a:buSzPts val="2400"/>
              <a:buFont typeface="DM Sans"/>
              <a:buNone/>
              <a:defRPr sz="2400" b="1">
                <a:latin typeface="DM Sans"/>
                <a:ea typeface="DM Sans"/>
                <a:cs typeface="DM Sans"/>
                <a:sym typeface="DM Sans"/>
              </a:defRPr>
            </a:lvl3pPr>
            <a:lvl4pPr lvl="3" algn="ctr" rtl="0">
              <a:lnSpc>
                <a:spcPct val="100000"/>
              </a:lnSpc>
              <a:spcBef>
                <a:spcPts val="0"/>
              </a:spcBef>
              <a:spcAft>
                <a:spcPts val="0"/>
              </a:spcAft>
              <a:buSzPts val="2400"/>
              <a:buFont typeface="DM Sans"/>
              <a:buNone/>
              <a:defRPr sz="2400" b="1">
                <a:latin typeface="DM Sans"/>
                <a:ea typeface="DM Sans"/>
                <a:cs typeface="DM Sans"/>
                <a:sym typeface="DM Sans"/>
              </a:defRPr>
            </a:lvl4pPr>
            <a:lvl5pPr lvl="4" algn="ctr" rtl="0">
              <a:lnSpc>
                <a:spcPct val="100000"/>
              </a:lnSpc>
              <a:spcBef>
                <a:spcPts val="0"/>
              </a:spcBef>
              <a:spcAft>
                <a:spcPts val="0"/>
              </a:spcAft>
              <a:buSzPts val="2400"/>
              <a:buFont typeface="DM Sans"/>
              <a:buNone/>
              <a:defRPr sz="2400" b="1">
                <a:latin typeface="DM Sans"/>
                <a:ea typeface="DM Sans"/>
                <a:cs typeface="DM Sans"/>
                <a:sym typeface="DM Sans"/>
              </a:defRPr>
            </a:lvl5pPr>
            <a:lvl6pPr lvl="5" algn="ctr" rtl="0">
              <a:lnSpc>
                <a:spcPct val="100000"/>
              </a:lnSpc>
              <a:spcBef>
                <a:spcPts val="0"/>
              </a:spcBef>
              <a:spcAft>
                <a:spcPts val="0"/>
              </a:spcAft>
              <a:buSzPts val="2400"/>
              <a:buFont typeface="DM Sans"/>
              <a:buNone/>
              <a:defRPr sz="2400" b="1">
                <a:latin typeface="DM Sans"/>
                <a:ea typeface="DM Sans"/>
                <a:cs typeface="DM Sans"/>
                <a:sym typeface="DM Sans"/>
              </a:defRPr>
            </a:lvl6pPr>
            <a:lvl7pPr lvl="6" algn="ctr" rtl="0">
              <a:lnSpc>
                <a:spcPct val="100000"/>
              </a:lnSpc>
              <a:spcBef>
                <a:spcPts val="0"/>
              </a:spcBef>
              <a:spcAft>
                <a:spcPts val="0"/>
              </a:spcAft>
              <a:buSzPts val="2400"/>
              <a:buFont typeface="DM Sans"/>
              <a:buNone/>
              <a:defRPr sz="2400" b="1">
                <a:latin typeface="DM Sans"/>
                <a:ea typeface="DM Sans"/>
                <a:cs typeface="DM Sans"/>
                <a:sym typeface="DM Sans"/>
              </a:defRPr>
            </a:lvl7pPr>
            <a:lvl8pPr lvl="7" algn="ctr" rtl="0">
              <a:lnSpc>
                <a:spcPct val="100000"/>
              </a:lnSpc>
              <a:spcBef>
                <a:spcPts val="0"/>
              </a:spcBef>
              <a:spcAft>
                <a:spcPts val="0"/>
              </a:spcAft>
              <a:buSzPts val="2400"/>
              <a:buFont typeface="DM Sans"/>
              <a:buNone/>
              <a:defRPr sz="2400" b="1">
                <a:latin typeface="DM Sans"/>
                <a:ea typeface="DM Sans"/>
                <a:cs typeface="DM Sans"/>
                <a:sym typeface="DM Sans"/>
              </a:defRPr>
            </a:lvl8pPr>
            <a:lvl9pPr lvl="8" algn="ctr" rtl="0">
              <a:lnSpc>
                <a:spcPct val="100000"/>
              </a:lnSpc>
              <a:spcBef>
                <a:spcPts val="0"/>
              </a:spcBef>
              <a:spcAft>
                <a:spcPts val="0"/>
              </a:spcAft>
              <a:buSzPts val="2400"/>
              <a:buFont typeface="DM Sans"/>
              <a:buNone/>
              <a:defRPr sz="2400" b="1">
                <a:latin typeface="DM Sans"/>
                <a:ea typeface="DM Sans"/>
                <a:cs typeface="DM Sans"/>
                <a:sym typeface="DM Sans"/>
              </a:defRPr>
            </a:lvl9pPr>
          </a:lstStyle>
          <a:p>
            <a:endParaRPr/>
          </a:p>
        </p:txBody>
      </p:sp>
      <p:sp>
        <p:nvSpPr>
          <p:cNvPr id="173" name="Google Shape;173;p25"/>
          <p:cNvSpPr txBox="1">
            <a:spLocks noGrp="1"/>
          </p:cNvSpPr>
          <p:nvPr>
            <p:ph type="subTitle" idx="9"/>
          </p:nvPr>
        </p:nvSpPr>
        <p:spPr>
          <a:xfrm>
            <a:off x="6180125" y="1600075"/>
            <a:ext cx="2176200" cy="484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DM Sans"/>
              <a:buNone/>
              <a:defRPr sz="2100">
                <a:solidFill>
                  <a:schemeClr val="dk1"/>
                </a:solidFill>
                <a:latin typeface="Questrial"/>
                <a:ea typeface="Questrial"/>
                <a:cs typeface="Questrial"/>
                <a:sym typeface="Questrial"/>
              </a:defRPr>
            </a:lvl1pPr>
            <a:lvl2pPr lvl="1" algn="ctr" rtl="0">
              <a:lnSpc>
                <a:spcPct val="100000"/>
              </a:lnSpc>
              <a:spcBef>
                <a:spcPts val="0"/>
              </a:spcBef>
              <a:spcAft>
                <a:spcPts val="0"/>
              </a:spcAft>
              <a:buSzPts val="2400"/>
              <a:buFont typeface="DM Sans"/>
              <a:buNone/>
              <a:defRPr sz="2400" b="1">
                <a:latin typeface="DM Sans"/>
                <a:ea typeface="DM Sans"/>
                <a:cs typeface="DM Sans"/>
                <a:sym typeface="DM Sans"/>
              </a:defRPr>
            </a:lvl2pPr>
            <a:lvl3pPr lvl="2" algn="ctr" rtl="0">
              <a:lnSpc>
                <a:spcPct val="100000"/>
              </a:lnSpc>
              <a:spcBef>
                <a:spcPts val="0"/>
              </a:spcBef>
              <a:spcAft>
                <a:spcPts val="0"/>
              </a:spcAft>
              <a:buSzPts val="2400"/>
              <a:buFont typeface="DM Sans"/>
              <a:buNone/>
              <a:defRPr sz="2400" b="1">
                <a:latin typeface="DM Sans"/>
                <a:ea typeface="DM Sans"/>
                <a:cs typeface="DM Sans"/>
                <a:sym typeface="DM Sans"/>
              </a:defRPr>
            </a:lvl3pPr>
            <a:lvl4pPr lvl="3" algn="ctr" rtl="0">
              <a:lnSpc>
                <a:spcPct val="100000"/>
              </a:lnSpc>
              <a:spcBef>
                <a:spcPts val="0"/>
              </a:spcBef>
              <a:spcAft>
                <a:spcPts val="0"/>
              </a:spcAft>
              <a:buSzPts val="2400"/>
              <a:buFont typeface="DM Sans"/>
              <a:buNone/>
              <a:defRPr sz="2400" b="1">
                <a:latin typeface="DM Sans"/>
                <a:ea typeface="DM Sans"/>
                <a:cs typeface="DM Sans"/>
                <a:sym typeface="DM Sans"/>
              </a:defRPr>
            </a:lvl4pPr>
            <a:lvl5pPr lvl="4" algn="ctr" rtl="0">
              <a:lnSpc>
                <a:spcPct val="100000"/>
              </a:lnSpc>
              <a:spcBef>
                <a:spcPts val="0"/>
              </a:spcBef>
              <a:spcAft>
                <a:spcPts val="0"/>
              </a:spcAft>
              <a:buSzPts val="2400"/>
              <a:buFont typeface="DM Sans"/>
              <a:buNone/>
              <a:defRPr sz="2400" b="1">
                <a:latin typeface="DM Sans"/>
                <a:ea typeface="DM Sans"/>
                <a:cs typeface="DM Sans"/>
                <a:sym typeface="DM Sans"/>
              </a:defRPr>
            </a:lvl5pPr>
            <a:lvl6pPr lvl="5" algn="ctr" rtl="0">
              <a:lnSpc>
                <a:spcPct val="100000"/>
              </a:lnSpc>
              <a:spcBef>
                <a:spcPts val="0"/>
              </a:spcBef>
              <a:spcAft>
                <a:spcPts val="0"/>
              </a:spcAft>
              <a:buSzPts val="2400"/>
              <a:buFont typeface="DM Sans"/>
              <a:buNone/>
              <a:defRPr sz="2400" b="1">
                <a:latin typeface="DM Sans"/>
                <a:ea typeface="DM Sans"/>
                <a:cs typeface="DM Sans"/>
                <a:sym typeface="DM Sans"/>
              </a:defRPr>
            </a:lvl6pPr>
            <a:lvl7pPr lvl="6" algn="ctr" rtl="0">
              <a:lnSpc>
                <a:spcPct val="100000"/>
              </a:lnSpc>
              <a:spcBef>
                <a:spcPts val="0"/>
              </a:spcBef>
              <a:spcAft>
                <a:spcPts val="0"/>
              </a:spcAft>
              <a:buSzPts val="2400"/>
              <a:buFont typeface="DM Sans"/>
              <a:buNone/>
              <a:defRPr sz="2400" b="1">
                <a:latin typeface="DM Sans"/>
                <a:ea typeface="DM Sans"/>
                <a:cs typeface="DM Sans"/>
                <a:sym typeface="DM Sans"/>
              </a:defRPr>
            </a:lvl7pPr>
            <a:lvl8pPr lvl="7" algn="ctr" rtl="0">
              <a:lnSpc>
                <a:spcPct val="100000"/>
              </a:lnSpc>
              <a:spcBef>
                <a:spcPts val="0"/>
              </a:spcBef>
              <a:spcAft>
                <a:spcPts val="0"/>
              </a:spcAft>
              <a:buSzPts val="2400"/>
              <a:buFont typeface="DM Sans"/>
              <a:buNone/>
              <a:defRPr sz="2400" b="1">
                <a:latin typeface="DM Sans"/>
                <a:ea typeface="DM Sans"/>
                <a:cs typeface="DM Sans"/>
                <a:sym typeface="DM Sans"/>
              </a:defRPr>
            </a:lvl8pPr>
            <a:lvl9pPr lvl="8" algn="ctr" rtl="0">
              <a:lnSpc>
                <a:spcPct val="100000"/>
              </a:lnSpc>
              <a:spcBef>
                <a:spcPts val="0"/>
              </a:spcBef>
              <a:spcAft>
                <a:spcPts val="0"/>
              </a:spcAft>
              <a:buSzPts val="2400"/>
              <a:buFont typeface="DM Sans"/>
              <a:buNone/>
              <a:defRPr sz="2400" b="1">
                <a:latin typeface="DM Sans"/>
                <a:ea typeface="DM Sans"/>
                <a:cs typeface="DM Sans"/>
                <a:sym typeface="DM Sans"/>
              </a:defRPr>
            </a:lvl9pPr>
          </a:lstStyle>
          <a:p>
            <a:endParaRPr/>
          </a:p>
        </p:txBody>
      </p:sp>
      <p:sp>
        <p:nvSpPr>
          <p:cNvPr id="174" name="Google Shape;174;p25"/>
          <p:cNvSpPr txBox="1">
            <a:spLocks noGrp="1"/>
          </p:cNvSpPr>
          <p:nvPr>
            <p:ph type="subTitle" idx="13"/>
          </p:nvPr>
        </p:nvSpPr>
        <p:spPr>
          <a:xfrm>
            <a:off x="789775" y="3153525"/>
            <a:ext cx="2172000" cy="484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DM Sans"/>
              <a:buNone/>
              <a:defRPr sz="2100">
                <a:solidFill>
                  <a:schemeClr val="dk1"/>
                </a:solidFill>
                <a:latin typeface="Questrial"/>
                <a:ea typeface="Questrial"/>
                <a:cs typeface="Questrial"/>
                <a:sym typeface="Questrial"/>
              </a:defRPr>
            </a:lvl1pPr>
            <a:lvl2pPr lvl="1" algn="ctr" rtl="0">
              <a:lnSpc>
                <a:spcPct val="100000"/>
              </a:lnSpc>
              <a:spcBef>
                <a:spcPts val="0"/>
              </a:spcBef>
              <a:spcAft>
                <a:spcPts val="0"/>
              </a:spcAft>
              <a:buSzPts val="2400"/>
              <a:buFont typeface="DM Sans"/>
              <a:buNone/>
              <a:defRPr sz="2400" b="1">
                <a:latin typeface="DM Sans"/>
                <a:ea typeface="DM Sans"/>
                <a:cs typeface="DM Sans"/>
                <a:sym typeface="DM Sans"/>
              </a:defRPr>
            </a:lvl2pPr>
            <a:lvl3pPr lvl="2" algn="ctr" rtl="0">
              <a:lnSpc>
                <a:spcPct val="100000"/>
              </a:lnSpc>
              <a:spcBef>
                <a:spcPts val="0"/>
              </a:spcBef>
              <a:spcAft>
                <a:spcPts val="0"/>
              </a:spcAft>
              <a:buSzPts val="2400"/>
              <a:buFont typeface="DM Sans"/>
              <a:buNone/>
              <a:defRPr sz="2400" b="1">
                <a:latin typeface="DM Sans"/>
                <a:ea typeface="DM Sans"/>
                <a:cs typeface="DM Sans"/>
                <a:sym typeface="DM Sans"/>
              </a:defRPr>
            </a:lvl3pPr>
            <a:lvl4pPr lvl="3" algn="ctr" rtl="0">
              <a:lnSpc>
                <a:spcPct val="100000"/>
              </a:lnSpc>
              <a:spcBef>
                <a:spcPts val="0"/>
              </a:spcBef>
              <a:spcAft>
                <a:spcPts val="0"/>
              </a:spcAft>
              <a:buSzPts val="2400"/>
              <a:buFont typeface="DM Sans"/>
              <a:buNone/>
              <a:defRPr sz="2400" b="1">
                <a:latin typeface="DM Sans"/>
                <a:ea typeface="DM Sans"/>
                <a:cs typeface="DM Sans"/>
                <a:sym typeface="DM Sans"/>
              </a:defRPr>
            </a:lvl4pPr>
            <a:lvl5pPr lvl="4" algn="ctr" rtl="0">
              <a:lnSpc>
                <a:spcPct val="100000"/>
              </a:lnSpc>
              <a:spcBef>
                <a:spcPts val="0"/>
              </a:spcBef>
              <a:spcAft>
                <a:spcPts val="0"/>
              </a:spcAft>
              <a:buSzPts val="2400"/>
              <a:buFont typeface="DM Sans"/>
              <a:buNone/>
              <a:defRPr sz="2400" b="1">
                <a:latin typeface="DM Sans"/>
                <a:ea typeface="DM Sans"/>
                <a:cs typeface="DM Sans"/>
                <a:sym typeface="DM Sans"/>
              </a:defRPr>
            </a:lvl5pPr>
            <a:lvl6pPr lvl="5" algn="ctr" rtl="0">
              <a:lnSpc>
                <a:spcPct val="100000"/>
              </a:lnSpc>
              <a:spcBef>
                <a:spcPts val="0"/>
              </a:spcBef>
              <a:spcAft>
                <a:spcPts val="0"/>
              </a:spcAft>
              <a:buSzPts val="2400"/>
              <a:buFont typeface="DM Sans"/>
              <a:buNone/>
              <a:defRPr sz="2400" b="1">
                <a:latin typeface="DM Sans"/>
                <a:ea typeface="DM Sans"/>
                <a:cs typeface="DM Sans"/>
                <a:sym typeface="DM Sans"/>
              </a:defRPr>
            </a:lvl6pPr>
            <a:lvl7pPr lvl="6" algn="ctr" rtl="0">
              <a:lnSpc>
                <a:spcPct val="100000"/>
              </a:lnSpc>
              <a:spcBef>
                <a:spcPts val="0"/>
              </a:spcBef>
              <a:spcAft>
                <a:spcPts val="0"/>
              </a:spcAft>
              <a:buSzPts val="2400"/>
              <a:buFont typeface="DM Sans"/>
              <a:buNone/>
              <a:defRPr sz="2400" b="1">
                <a:latin typeface="DM Sans"/>
                <a:ea typeface="DM Sans"/>
                <a:cs typeface="DM Sans"/>
                <a:sym typeface="DM Sans"/>
              </a:defRPr>
            </a:lvl7pPr>
            <a:lvl8pPr lvl="7" algn="ctr" rtl="0">
              <a:lnSpc>
                <a:spcPct val="100000"/>
              </a:lnSpc>
              <a:spcBef>
                <a:spcPts val="0"/>
              </a:spcBef>
              <a:spcAft>
                <a:spcPts val="0"/>
              </a:spcAft>
              <a:buSzPts val="2400"/>
              <a:buFont typeface="DM Sans"/>
              <a:buNone/>
              <a:defRPr sz="2400" b="1">
                <a:latin typeface="DM Sans"/>
                <a:ea typeface="DM Sans"/>
                <a:cs typeface="DM Sans"/>
                <a:sym typeface="DM Sans"/>
              </a:defRPr>
            </a:lvl8pPr>
            <a:lvl9pPr lvl="8" algn="ctr" rtl="0">
              <a:lnSpc>
                <a:spcPct val="100000"/>
              </a:lnSpc>
              <a:spcBef>
                <a:spcPts val="0"/>
              </a:spcBef>
              <a:spcAft>
                <a:spcPts val="0"/>
              </a:spcAft>
              <a:buSzPts val="2400"/>
              <a:buFont typeface="DM Sans"/>
              <a:buNone/>
              <a:defRPr sz="2400" b="1">
                <a:latin typeface="DM Sans"/>
                <a:ea typeface="DM Sans"/>
                <a:cs typeface="DM Sans"/>
                <a:sym typeface="DM Sans"/>
              </a:defRPr>
            </a:lvl9pPr>
          </a:lstStyle>
          <a:p>
            <a:endParaRPr/>
          </a:p>
        </p:txBody>
      </p:sp>
      <p:sp>
        <p:nvSpPr>
          <p:cNvPr id="175" name="Google Shape;175;p25"/>
          <p:cNvSpPr txBox="1">
            <a:spLocks noGrp="1"/>
          </p:cNvSpPr>
          <p:nvPr>
            <p:ph type="subTitle" idx="14"/>
          </p:nvPr>
        </p:nvSpPr>
        <p:spPr>
          <a:xfrm>
            <a:off x="3483900" y="3153525"/>
            <a:ext cx="2174100" cy="484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DM Sans"/>
              <a:buNone/>
              <a:defRPr sz="2100">
                <a:solidFill>
                  <a:schemeClr val="dk1"/>
                </a:solidFill>
                <a:latin typeface="Questrial"/>
                <a:ea typeface="Questrial"/>
                <a:cs typeface="Questrial"/>
                <a:sym typeface="Questrial"/>
              </a:defRPr>
            </a:lvl1pPr>
            <a:lvl2pPr lvl="1" algn="ctr" rtl="0">
              <a:lnSpc>
                <a:spcPct val="100000"/>
              </a:lnSpc>
              <a:spcBef>
                <a:spcPts val="0"/>
              </a:spcBef>
              <a:spcAft>
                <a:spcPts val="0"/>
              </a:spcAft>
              <a:buSzPts val="2400"/>
              <a:buFont typeface="DM Sans"/>
              <a:buNone/>
              <a:defRPr sz="2400" b="1">
                <a:latin typeface="DM Sans"/>
                <a:ea typeface="DM Sans"/>
                <a:cs typeface="DM Sans"/>
                <a:sym typeface="DM Sans"/>
              </a:defRPr>
            </a:lvl2pPr>
            <a:lvl3pPr lvl="2" algn="ctr" rtl="0">
              <a:lnSpc>
                <a:spcPct val="100000"/>
              </a:lnSpc>
              <a:spcBef>
                <a:spcPts val="0"/>
              </a:spcBef>
              <a:spcAft>
                <a:spcPts val="0"/>
              </a:spcAft>
              <a:buSzPts val="2400"/>
              <a:buFont typeface="DM Sans"/>
              <a:buNone/>
              <a:defRPr sz="2400" b="1">
                <a:latin typeface="DM Sans"/>
                <a:ea typeface="DM Sans"/>
                <a:cs typeface="DM Sans"/>
                <a:sym typeface="DM Sans"/>
              </a:defRPr>
            </a:lvl3pPr>
            <a:lvl4pPr lvl="3" algn="ctr" rtl="0">
              <a:lnSpc>
                <a:spcPct val="100000"/>
              </a:lnSpc>
              <a:spcBef>
                <a:spcPts val="0"/>
              </a:spcBef>
              <a:spcAft>
                <a:spcPts val="0"/>
              </a:spcAft>
              <a:buSzPts val="2400"/>
              <a:buFont typeface="DM Sans"/>
              <a:buNone/>
              <a:defRPr sz="2400" b="1">
                <a:latin typeface="DM Sans"/>
                <a:ea typeface="DM Sans"/>
                <a:cs typeface="DM Sans"/>
                <a:sym typeface="DM Sans"/>
              </a:defRPr>
            </a:lvl4pPr>
            <a:lvl5pPr lvl="4" algn="ctr" rtl="0">
              <a:lnSpc>
                <a:spcPct val="100000"/>
              </a:lnSpc>
              <a:spcBef>
                <a:spcPts val="0"/>
              </a:spcBef>
              <a:spcAft>
                <a:spcPts val="0"/>
              </a:spcAft>
              <a:buSzPts val="2400"/>
              <a:buFont typeface="DM Sans"/>
              <a:buNone/>
              <a:defRPr sz="2400" b="1">
                <a:latin typeface="DM Sans"/>
                <a:ea typeface="DM Sans"/>
                <a:cs typeface="DM Sans"/>
                <a:sym typeface="DM Sans"/>
              </a:defRPr>
            </a:lvl5pPr>
            <a:lvl6pPr lvl="5" algn="ctr" rtl="0">
              <a:lnSpc>
                <a:spcPct val="100000"/>
              </a:lnSpc>
              <a:spcBef>
                <a:spcPts val="0"/>
              </a:spcBef>
              <a:spcAft>
                <a:spcPts val="0"/>
              </a:spcAft>
              <a:buSzPts val="2400"/>
              <a:buFont typeface="DM Sans"/>
              <a:buNone/>
              <a:defRPr sz="2400" b="1">
                <a:latin typeface="DM Sans"/>
                <a:ea typeface="DM Sans"/>
                <a:cs typeface="DM Sans"/>
                <a:sym typeface="DM Sans"/>
              </a:defRPr>
            </a:lvl6pPr>
            <a:lvl7pPr lvl="6" algn="ctr" rtl="0">
              <a:lnSpc>
                <a:spcPct val="100000"/>
              </a:lnSpc>
              <a:spcBef>
                <a:spcPts val="0"/>
              </a:spcBef>
              <a:spcAft>
                <a:spcPts val="0"/>
              </a:spcAft>
              <a:buSzPts val="2400"/>
              <a:buFont typeface="DM Sans"/>
              <a:buNone/>
              <a:defRPr sz="2400" b="1">
                <a:latin typeface="DM Sans"/>
                <a:ea typeface="DM Sans"/>
                <a:cs typeface="DM Sans"/>
                <a:sym typeface="DM Sans"/>
              </a:defRPr>
            </a:lvl7pPr>
            <a:lvl8pPr lvl="7" algn="ctr" rtl="0">
              <a:lnSpc>
                <a:spcPct val="100000"/>
              </a:lnSpc>
              <a:spcBef>
                <a:spcPts val="0"/>
              </a:spcBef>
              <a:spcAft>
                <a:spcPts val="0"/>
              </a:spcAft>
              <a:buSzPts val="2400"/>
              <a:buFont typeface="DM Sans"/>
              <a:buNone/>
              <a:defRPr sz="2400" b="1">
                <a:latin typeface="DM Sans"/>
                <a:ea typeface="DM Sans"/>
                <a:cs typeface="DM Sans"/>
                <a:sym typeface="DM Sans"/>
              </a:defRPr>
            </a:lvl8pPr>
            <a:lvl9pPr lvl="8" algn="ctr" rtl="0">
              <a:lnSpc>
                <a:spcPct val="100000"/>
              </a:lnSpc>
              <a:spcBef>
                <a:spcPts val="0"/>
              </a:spcBef>
              <a:spcAft>
                <a:spcPts val="0"/>
              </a:spcAft>
              <a:buSzPts val="2400"/>
              <a:buFont typeface="DM Sans"/>
              <a:buNone/>
              <a:defRPr sz="2400" b="1">
                <a:latin typeface="DM Sans"/>
                <a:ea typeface="DM Sans"/>
                <a:cs typeface="DM Sans"/>
                <a:sym typeface="DM Sans"/>
              </a:defRPr>
            </a:lvl9pPr>
          </a:lstStyle>
          <a:p>
            <a:endParaRPr/>
          </a:p>
        </p:txBody>
      </p:sp>
      <p:sp>
        <p:nvSpPr>
          <p:cNvPr id="176" name="Google Shape;176;p25"/>
          <p:cNvSpPr txBox="1">
            <a:spLocks noGrp="1"/>
          </p:cNvSpPr>
          <p:nvPr>
            <p:ph type="subTitle" idx="15"/>
          </p:nvPr>
        </p:nvSpPr>
        <p:spPr>
          <a:xfrm>
            <a:off x="6180125" y="3153525"/>
            <a:ext cx="2176200" cy="484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DM Sans"/>
              <a:buNone/>
              <a:defRPr sz="2100">
                <a:solidFill>
                  <a:schemeClr val="dk1"/>
                </a:solidFill>
                <a:latin typeface="Questrial"/>
                <a:ea typeface="Questrial"/>
                <a:cs typeface="Questrial"/>
                <a:sym typeface="Questrial"/>
              </a:defRPr>
            </a:lvl1pPr>
            <a:lvl2pPr lvl="1" algn="ctr" rtl="0">
              <a:lnSpc>
                <a:spcPct val="100000"/>
              </a:lnSpc>
              <a:spcBef>
                <a:spcPts val="0"/>
              </a:spcBef>
              <a:spcAft>
                <a:spcPts val="0"/>
              </a:spcAft>
              <a:buSzPts val="2400"/>
              <a:buFont typeface="DM Sans"/>
              <a:buNone/>
              <a:defRPr sz="2400" b="1">
                <a:latin typeface="DM Sans"/>
                <a:ea typeface="DM Sans"/>
                <a:cs typeface="DM Sans"/>
                <a:sym typeface="DM Sans"/>
              </a:defRPr>
            </a:lvl2pPr>
            <a:lvl3pPr lvl="2" algn="ctr" rtl="0">
              <a:lnSpc>
                <a:spcPct val="100000"/>
              </a:lnSpc>
              <a:spcBef>
                <a:spcPts val="0"/>
              </a:spcBef>
              <a:spcAft>
                <a:spcPts val="0"/>
              </a:spcAft>
              <a:buSzPts val="2400"/>
              <a:buFont typeface="DM Sans"/>
              <a:buNone/>
              <a:defRPr sz="2400" b="1">
                <a:latin typeface="DM Sans"/>
                <a:ea typeface="DM Sans"/>
                <a:cs typeface="DM Sans"/>
                <a:sym typeface="DM Sans"/>
              </a:defRPr>
            </a:lvl3pPr>
            <a:lvl4pPr lvl="3" algn="ctr" rtl="0">
              <a:lnSpc>
                <a:spcPct val="100000"/>
              </a:lnSpc>
              <a:spcBef>
                <a:spcPts val="0"/>
              </a:spcBef>
              <a:spcAft>
                <a:spcPts val="0"/>
              </a:spcAft>
              <a:buSzPts val="2400"/>
              <a:buFont typeface="DM Sans"/>
              <a:buNone/>
              <a:defRPr sz="2400" b="1">
                <a:latin typeface="DM Sans"/>
                <a:ea typeface="DM Sans"/>
                <a:cs typeface="DM Sans"/>
                <a:sym typeface="DM Sans"/>
              </a:defRPr>
            </a:lvl4pPr>
            <a:lvl5pPr lvl="4" algn="ctr" rtl="0">
              <a:lnSpc>
                <a:spcPct val="100000"/>
              </a:lnSpc>
              <a:spcBef>
                <a:spcPts val="0"/>
              </a:spcBef>
              <a:spcAft>
                <a:spcPts val="0"/>
              </a:spcAft>
              <a:buSzPts val="2400"/>
              <a:buFont typeface="DM Sans"/>
              <a:buNone/>
              <a:defRPr sz="2400" b="1">
                <a:latin typeface="DM Sans"/>
                <a:ea typeface="DM Sans"/>
                <a:cs typeface="DM Sans"/>
                <a:sym typeface="DM Sans"/>
              </a:defRPr>
            </a:lvl5pPr>
            <a:lvl6pPr lvl="5" algn="ctr" rtl="0">
              <a:lnSpc>
                <a:spcPct val="100000"/>
              </a:lnSpc>
              <a:spcBef>
                <a:spcPts val="0"/>
              </a:spcBef>
              <a:spcAft>
                <a:spcPts val="0"/>
              </a:spcAft>
              <a:buSzPts val="2400"/>
              <a:buFont typeface="DM Sans"/>
              <a:buNone/>
              <a:defRPr sz="2400" b="1">
                <a:latin typeface="DM Sans"/>
                <a:ea typeface="DM Sans"/>
                <a:cs typeface="DM Sans"/>
                <a:sym typeface="DM Sans"/>
              </a:defRPr>
            </a:lvl6pPr>
            <a:lvl7pPr lvl="6" algn="ctr" rtl="0">
              <a:lnSpc>
                <a:spcPct val="100000"/>
              </a:lnSpc>
              <a:spcBef>
                <a:spcPts val="0"/>
              </a:spcBef>
              <a:spcAft>
                <a:spcPts val="0"/>
              </a:spcAft>
              <a:buSzPts val="2400"/>
              <a:buFont typeface="DM Sans"/>
              <a:buNone/>
              <a:defRPr sz="2400" b="1">
                <a:latin typeface="DM Sans"/>
                <a:ea typeface="DM Sans"/>
                <a:cs typeface="DM Sans"/>
                <a:sym typeface="DM Sans"/>
              </a:defRPr>
            </a:lvl7pPr>
            <a:lvl8pPr lvl="7" algn="ctr" rtl="0">
              <a:lnSpc>
                <a:spcPct val="100000"/>
              </a:lnSpc>
              <a:spcBef>
                <a:spcPts val="0"/>
              </a:spcBef>
              <a:spcAft>
                <a:spcPts val="0"/>
              </a:spcAft>
              <a:buSzPts val="2400"/>
              <a:buFont typeface="DM Sans"/>
              <a:buNone/>
              <a:defRPr sz="2400" b="1">
                <a:latin typeface="DM Sans"/>
                <a:ea typeface="DM Sans"/>
                <a:cs typeface="DM Sans"/>
                <a:sym typeface="DM Sans"/>
              </a:defRPr>
            </a:lvl8pPr>
            <a:lvl9pPr lvl="8" algn="ctr" rtl="0">
              <a:lnSpc>
                <a:spcPct val="100000"/>
              </a:lnSpc>
              <a:spcBef>
                <a:spcPts val="0"/>
              </a:spcBef>
              <a:spcAft>
                <a:spcPts val="0"/>
              </a:spcAft>
              <a:buSzPts val="2400"/>
              <a:buFont typeface="DM Sans"/>
              <a:buNone/>
              <a:defRPr sz="2400" b="1">
                <a:latin typeface="DM Sans"/>
                <a:ea typeface="DM Sans"/>
                <a:cs typeface="DM Sans"/>
                <a:sym typeface="DM Sans"/>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only 1">
  <p:cSld name="TITLE_ONLY_1">
    <p:spTree>
      <p:nvGrpSpPr>
        <p:cNvPr id="1" name="Shape 177"/>
        <p:cNvGrpSpPr/>
        <p:nvPr/>
      </p:nvGrpSpPr>
      <p:grpSpPr>
        <a:xfrm>
          <a:off x="0" y="0"/>
          <a:ext cx="0" cy="0"/>
          <a:chOff x="0" y="0"/>
          <a:chExt cx="0" cy="0"/>
        </a:xfrm>
      </p:grpSpPr>
      <p:grpSp>
        <p:nvGrpSpPr>
          <p:cNvPr id="178" name="Google Shape;178;p26"/>
          <p:cNvGrpSpPr/>
          <p:nvPr/>
        </p:nvGrpSpPr>
        <p:grpSpPr>
          <a:xfrm>
            <a:off x="-457200" y="-171450"/>
            <a:ext cx="9660074" cy="5409649"/>
            <a:chOff x="-457200" y="-171450"/>
            <a:chExt cx="9660074" cy="5409649"/>
          </a:xfrm>
        </p:grpSpPr>
        <p:pic>
          <p:nvPicPr>
            <p:cNvPr id="179" name="Google Shape;179;p26"/>
            <p:cNvPicPr preferRelativeResize="0"/>
            <p:nvPr/>
          </p:nvPicPr>
          <p:blipFill rotWithShape="1">
            <a:blip r:embed="rId2">
              <a:alphaModFix/>
            </a:blip>
            <a:srcRect t="41541" r="58222"/>
            <a:stretch/>
          </p:blipFill>
          <p:spPr>
            <a:xfrm>
              <a:off x="7022175" y="-95250"/>
              <a:ext cx="2180699" cy="1112975"/>
            </a:xfrm>
            <a:prstGeom prst="rect">
              <a:avLst/>
            </a:prstGeom>
            <a:noFill/>
            <a:ln>
              <a:noFill/>
            </a:ln>
          </p:spPr>
        </p:pic>
        <p:pic>
          <p:nvPicPr>
            <p:cNvPr id="180" name="Google Shape;180;p26"/>
            <p:cNvPicPr preferRelativeResize="0"/>
            <p:nvPr/>
          </p:nvPicPr>
          <p:blipFill rotWithShape="1">
            <a:blip r:embed="rId2">
              <a:alphaModFix/>
            </a:blip>
            <a:srcRect l="63001"/>
            <a:stretch/>
          </p:blipFill>
          <p:spPr>
            <a:xfrm>
              <a:off x="-114300" y="3334400"/>
              <a:ext cx="1931250" cy="1903800"/>
            </a:xfrm>
            <a:prstGeom prst="rect">
              <a:avLst/>
            </a:prstGeom>
            <a:noFill/>
            <a:ln>
              <a:noFill/>
            </a:ln>
          </p:spPr>
        </p:pic>
        <p:pic>
          <p:nvPicPr>
            <p:cNvPr id="181" name="Google Shape;181;p26"/>
            <p:cNvPicPr preferRelativeResize="0"/>
            <p:nvPr/>
          </p:nvPicPr>
          <p:blipFill rotWithShape="1">
            <a:blip r:embed="rId3">
              <a:alphaModFix/>
            </a:blip>
            <a:srcRect t="31059" r="67917" b="31548"/>
            <a:stretch/>
          </p:blipFill>
          <p:spPr>
            <a:xfrm rot="10800000" flipH="1">
              <a:off x="-457200" y="-171450"/>
              <a:ext cx="2933698" cy="819150"/>
            </a:xfrm>
            <a:prstGeom prst="rect">
              <a:avLst/>
            </a:prstGeom>
            <a:noFill/>
            <a:ln>
              <a:noFill/>
            </a:ln>
          </p:spPr>
        </p:pic>
      </p:grpSp>
      <p:sp>
        <p:nvSpPr>
          <p:cNvPr id="182" name="Google Shape;182;p2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3100"/>
              <a:buNone/>
              <a:defRPr/>
            </a:lvl2pPr>
            <a:lvl3pPr lvl="2" rtl="0">
              <a:spcBef>
                <a:spcPts val="0"/>
              </a:spcBef>
              <a:spcAft>
                <a:spcPts val="0"/>
              </a:spcAft>
              <a:buSzPts val="3100"/>
              <a:buNone/>
              <a:defRPr/>
            </a:lvl3pPr>
            <a:lvl4pPr lvl="3" rtl="0">
              <a:spcBef>
                <a:spcPts val="0"/>
              </a:spcBef>
              <a:spcAft>
                <a:spcPts val="0"/>
              </a:spcAft>
              <a:buSzPts val="3100"/>
              <a:buNone/>
              <a:defRPr/>
            </a:lvl4pPr>
            <a:lvl5pPr lvl="4" rtl="0">
              <a:spcBef>
                <a:spcPts val="0"/>
              </a:spcBef>
              <a:spcAft>
                <a:spcPts val="0"/>
              </a:spcAft>
              <a:buSzPts val="3100"/>
              <a:buNone/>
              <a:defRPr/>
            </a:lvl5pPr>
            <a:lvl6pPr lvl="5" rtl="0">
              <a:spcBef>
                <a:spcPts val="0"/>
              </a:spcBef>
              <a:spcAft>
                <a:spcPts val="0"/>
              </a:spcAft>
              <a:buSzPts val="3100"/>
              <a:buNone/>
              <a:defRPr/>
            </a:lvl6pPr>
            <a:lvl7pPr lvl="6" rtl="0">
              <a:spcBef>
                <a:spcPts val="0"/>
              </a:spcBef>
              <a:spcAft>
                <a:spcPts val="0"/>
              </a:spcAft>
              <a:buSzPts val="3100"/>
              <a:buNone/>
              <a:defRPr/>
            </a:lvl7pPr>
            <a:lvl8pPr lvl="7" rtl="0">
              <a:spcBef>
                <a:spcPts val="0"/>
              </a:spcBef>
              <a:spcAft>
                <a:spcPts val="0"/>
              </a:spcAft>
              <a:buSzPts val="3100"/>
              <a:buNone/>
              <a:defRPr/>
            </a:lvl8pPr>
            <a:lvl9pPr lvl="8" rtl="0">
              <a:spcBef>
                <a:spcPts val="0"/>
              </a:spcBef>
              <a:spcAft>
                <a:spcPts val="0"/>
              </a:spcAft>
              <a:buSzPts val="3100"/>
              <a:buNone/>
              <a:defRPr/>
            </a:lvl9pPr>
          </a:lstStyle>
          <a:p>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only 2">
  <p:cSld name="TITLE_ONLY_1_1">
    <p:spTree>
      <p:nvGrpSpPr>
        <p:cNvPr id="1" name="Shape 183"/>
        <p:cNvGrpSpPr/>
        <p:nvPr/>
      </p:nvGrpSpPr>
      <p:grpSpPr>
        <a:xfrm>
          <a:off x="0" y="0"/>
          <a:ext cx="0" cy="0"/>
          <a:chOff x="0" y="0"/>
          <a:chExt cx="0" cy="0"/>
        </a:xfrm>
      </p:grpSpPr>
      <p:grpSp>
        <p:nvGrpSpPr>
          <p:cNvPr id="184" name="Google Shape;184;p27"/>
          <p:cNvGrpSpPr/>
          <p:nvPr/>
        </p:nvGrpSpPr>
        <p:grpSpPr>
          <a:xfrm>
            <a:off x="-114300" y="-95250"/>
            <a:ext cx="9390501" cy="5238750"/>
            <a:chOff x="-114300" y="-95250"/>
            <a:chExt cx="9390501" cy="5238750"/>
          </a:xfrm>
        </p:grpSpPr>
        <p:pic>
          <p:nvPicPr>
            <p:cNvPr id="185" name="Google Shape;185;p27"/>
            <p:cNvPicPr preferRelativeResize="0"/>
            <p:nvPr/>
          </p:nvPicPr>
          <p:blipFill rotWithShape="1">
            <a:blip r:embed="rId2">
              <a:alphaModFix/>
            </a:blip>
            <a:srcRect l="23283" b="3717"/>
            <a:stretch/>
          </p:blipFill>
          <p:spPr>
            <a:xfrm rot="10800000">
              <a:off x="6267450" y="-95250"/>
              <a:ext cx="3008751" cy="4328875"/>
            </a:xfrm>
            <a:prstGeom prst="rect">
              <a:avLst/>
            </a:prstGeom>
            <a:noFill/>
            <a:ln>
              <a:noFill/>
            </a:ln>
          </p:spPr>
        </p:pic>
        <p:pic>
          <p:nvPicPr>
            <p:cNvPr id="186" name="Google Shape;186;p27"/>
            <p:cNvPicPr preferRelativeResize="0"/>
            <p:nvPr/>
          </p:nvPicPr>
          <p:blipFill rotWithShape="1">
            <a:blip r:embed="rId2">
              <a:alphaModFix/>
            </a:blip>
            <a:srcRect l="31331" t="55929" r="24466" b="13140"/>
            <a:stretch/>
          </p:blipFill>
          <p:spPr>
            <a:xfrm>
              <a:off x="-114300" y="3752850"/>
              <a:ext cx="1733550" cy="1390650"/>
            </a:xfrm>
            <a:prstGeom prst="rect">
              <a:avLst/>
            </a:prstGeom>
            <a:noFill/>
            <a:ln>
              <a:noFill/>
            </a:ln>
          </p:spPr>
        </p:pic>
      </p:grpSp>
      <p:sp>
        <p:nvSpPr>
          <p:cNvPr id="187" name="Google Shape;187;p2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3100"/>
              <a:buNone/>
              <a:defRPr/>
            </a:lvl2pPr>
            <a:lvl3pPr lvl="2" rtl="0">
              <a:spcBef>
                <a:spcPts val="0"/>
              </a:spcBef>
              <a:spcAft>
                <a:spcPts val="0"/>
              </a:spcAft>
              <a:buSzPts val="3100"/>
              <a:buNone/>
              <a:defRPr/>
            </a:lvl3pPr>
            <a:lvl4pPr lvl="3" rtl="0">
              <a:spcBef>
                <a:spcPts val="0"/>
              </a:spcBef>
              <a:spcAft>
                <a:spcPts val="0"/>
              </a:spcAft>
              <a:buSzPts val="3100"/>
              <a:buNone/>
              <a:defRPr/>
            </a:lvl4pPr>
            <a:lvl5pPr lvl="4" rtl="0">
              <a:spcBef>
                <a:spcPts val="0"/>
              </a:spcBef>
              <a:spcAft>
                <a:spcPts val="0"/>
              </a:spcAft>
              <a:buSzPts val="3100"/>
              <a:buNone/>
              <a:defRPr/>
            </a:lvl5pPr>
            <a:lvl6pPr lvl="5" rtl="0">
              <a:spcBef>
                <a:spcPts val="0"/>
              </a:spcBef>
              <a:spcAft>
                <a:spcPts val="0"/>
              </a:spcAft>
              <a:buSzPts val="3100"/>
              <a:buNone/>
              <a:defRPr/>
            </a:lvl6pPr>
            <a:lvl7pPr lvl="6" rtl="0">
              <a:spcBef>
                <a:spcPts val="0"/>
              </a:spcBef>
              <a:spcAft>
                <a:spcPts val="0"/>
              </a:spcAft>
              <a:buSzPts val="3100"/>
              <a:buNone/>
              <a:defRPr/>
            </a:lvl7pPr>
            <a:lvl8pPr lvl="7" rtl="0">
              <a:spcBef>
                <a:spcPts val="0"/>
              </a:spcBef>
              <a:spcAft>
                <a:spcPts val="0"/>
              </a:spcAft>
              <a:buSzPts val="3100"/>
              <a:buNone/>
              <a:defRPr/>
            </a:lvl8pPr>
            <a:lvl9pPr lvl="8" rtl="0">
              <a:spcBef>
                <a:spcPts val="0"/>
              </a:spcBef>
              <a:spcAft>
                <a:spcPts val="0"/>
              </a:spcAft>
              <a:buSzPts val="3100"/>
              <a:buNone/>
              <a:defRPr/>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only 3">
  <p:cSld name="TITLE_ONLY_1_1_1">
    <p:spTree>
      <p:nvGrpSpPr>
        <p:cNvPr id="1" name="Shape 188"/>
        <p:cNvGrpSpPr/>
        <p:nvPr/>
      </p:nvGrpSpPr>
      <p:grpSpPr>
        <a:xfrm>
          <a:off x="0" y="0"/>
          <a:ext cx="0" cy="0"/>
          <a:chOff x="0" y="0"/>
          <a:chExt cx="0" cy="0"/>
        </a:xfrm>
      </p:grpSpPr>
      <p:grpSp>
        <p:nvGrpSpPr>
          <p:cNvPr id="189" name="Google Shape;189;p28"/>
          <p:cNvGrpSpPr/>
          <p:nvPr/>
        </p:nvGrpSpPr>
        <p:grpSpPr>
          <a:xfrm>
            <a:off x="-171450" y="-152400"/>
            <a:ext cx="9829800" cy="5467350"/>
            <a:chOff x="-171450" y="-152400"/>
            <a:chExt cx="9829800" cy="5467350"/>
          </a:xfrm>
        </p:grpSpPr>
        <p:pic>
          <p:nvPicPr>
            <p:cNvPr id="190" name="Google Shape;190;p28"/>
            <p:cNvPicPr preferRelativeResize="0"/>
            <p:nvPr/>
          </p:nvPicPr>
          <p:blipFill rotWithShape="1">
            <a:blip r:embed="rId2">
              <a:alphaModFix/>
            </a:blip>
            <a:srcRect l="7877" b="45749"/>
            <a:stretch/>
          </p:blipFill>
          <p:spPr>
            <a:xfrm>
              <a:off x="-171450" y="4393925"/>
              <a:ext cx="8423999" cy="921025"/>
            </a:xfrm>
            <a:prstGeom prst="rect">
              <a:avLst/>
            </a:prstGeom>
            <a:noFill/>
            <a:ln>
              <a:noFill/>
            </a:ln>
          </p:spPr>
        </p:pic>
        <p:pic>
          <p:nvPicPr>
            <p:cNvPr id="191" name="Google Shape;191;p28"/>
            <p:cNvPicPr preferRelativeResize="0"/>
            <p:nvPr/>
          </p:nvPicPr>
          <p:blipFill rotWithShape="1">
            <a:blip r:embed="rId2">
              <a:alphaModFix/>
            </a:blip>
            <a:srcRect l="56809" b="26014"/>
            <a:stretch/>
          </p:blipFill>
          <p:spPr>
            <a:xfrm rot="10800000">
              <a:off x="5708975" y="-152400"/>
              <a:ext cx="3949375" cy="1256075"/>
            </a:xfrm>
            <a:prstGeom prst="rect">
              <a:avLst/>
            </a:prstGeom>
            <a:noFill/>
            <a:ln>
              <a:noFill/>
            </a:ln>
          </p:spPr>
        </p:pic>
      </p:grpSp>
      <p:sp>
        <p:nvSpPr>
          <p:cNvPr id="192" name="Google Shape;192;p2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3100"/>
              <a:buNone/>
              <a:defRPr/>
            </a:lvl2pPr>
            <a:lvl3pPr lvl="2" rtl="0">
              <a:spcBef>
                <a:spcPts val="0"/>
              </a:spcBef>
              <a:spcAft>
                <a:spcPts val="0"/>
              </a:spcAft>
              <a:buSzPts val="3100"/>
              <a:buNone/>
              <a:defRPr/>
            </a:lvl3pPr>
            <a:lvl4pPr lvl="3" rtl="0">
              <a:spcBef>
                <a:spcPts val="0"/>
              </a:spcBef>
              <a:spcAft>
                <a:spcPts val="0"/>
              </a:spcAft>
              <a:buSzPts val="3100"/>
              <a:buNone/>
              <a:defRPr/>
            </a:lvl4pPr>
            <a:lvl5pPr lvl="4" rtl="0">
              <a:spcBef>
                <a:spcPts val="0"/>
              </a:spcBef>
              <a:spcAft>
                <a:spcPts val="0"/>
              </a:spcAft>
              <a:buSzPts val="3100"/>
              <a:buNone/>
              <a:defRPr/>
            </a:lvl5pPr>
            <a:lvl6pPr lvl="5" rtl="0">
              <a:spcBef>
                <a:spcPts val="0"/>
              </a:spcBef>
              <a:spcAft>
                <a:spcPts val="0"/>
              </a:spcAft>
              <a:buSzPts val="3100"/>
              <a:buNone/>
              <a:defRPr/>
            </a:lvl6pPr>
            <a:lvl7pPr lvl="6" rtl="0">
              <a:spcBef>
                <a:spcPts val="0"/>
              </a:spcBef>
              <a:spcAft>
                <a:spcPts val="0"/>
              </a:spcAft>
              <a:buSzPts val="3100"/>
              <a:buNone/>
              <a:defRPr/>
            </a:lvl7pPr>
            <a:lvl8pPr lvl="7" rtl="0">
              <a:spcBef>
                <a:spcPts val="0"/>
              </a:spcBef>
              <a:spcAft>
                <a:spcPts val="0"/>
              </a:spcAft>
              <a:buSzPts val="3100"/>
              <a:buNone/>
              <a:defRPr/>
            </a:lvl8pPr>
            <a:lvl9pPr lvl="8" rtl="0">
              <a:spcBef>
                <a:spcPts val="0"/>
              </a:spcBef>
              <a:spcAft>
                <a:spcPts val="0"/>
              </a:spcAft>
              <a:buSzPts val="3100"/>
              <a:buNone/>
              <a:defRPr/>
            </a:lvl9pPr>
          </a:lstStyle>
          <a:p>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only 4">
  <p:cSld name="TITLE_ONLY_1_1_1_1">
    <p:spTree>
      <p:nvGrpSpPr>
        <p:cNvPr id="1" name="Shape 193"/>
        <p:cNvGrpSpPr/>
        <p:nvPr/>
      </p:nvGrpSpPr>
      <p:grpSpPr>
        <a:xfrm>
          <a:off x="0" y="0"/>
          <a:ext cx="0" cy="0"/>
          <a:chOff x="0" y="0"/>
          <a:chExt cx="0" cy="0"/>
        </a:xfrm>
      </p:grpSpPr>
      <p:sp>
        <p:nvSpPr>
          <p:cNvPr id="194" name="Google Shape;194;p2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3100"/>
              <a:buNone/>
              <a:defRPr/>
            </a:lvl2pPr>
            <a:lvl3pPr lvl="2" rtl="0">
              <a:spcBef>
                <a:spcPts val="0"/>
              </a:spcBef>
              <a:spcAft>
                <a:spcPts val="0"/>
              </a:spcAft>
              <a:buSzPts val="3100"/>
              <a:buNone/>
              <a:defRPr/>
            </a:lvl3pPr>
            <a:lvl4pPr lvl="3" rtl="0">
              <a:spcBef>
                <a:spcPts val="0"/>
              </a:spcBef>
              <a:spcAft>
                <a:spcPts val="0"/>
              </a:spcAft>
              <a:buSzPts val="3100"/>
              <a:buNone/>
              <a:defRPr/>
            </a:lvl4pPr>
            <a:lvl5pPr lvl="4" rtl="0">
              <a:spcBef>
                <a:spcPts val="0"/>
              </a:spcBef>
              <a:spcAft>
                <a:spcPts val="0"/>
              </a:spcAft>
              <a:buSzPts val="3100"/>
              <a:buNone/>
              <a:defRPr/>
            </a:lvl5pPr>
            <a:lvl6pPr lvl="5" rtl="0">
              <a:spcBef>
                <a:spcPts val="0"/>
              </a:spcBef>
              <a:spcAft>
                <a:spcPts val="0"/>
              </a:spcAft>
              <a:buSzPts val="3100"/>
              <a:buNone/>
              <a:defRPr/>
            </a:lvl6pPr>
            <a:lvl7pPr lvl="6" rtl="0">
              <a:spcBef>
                <a:spcPts val="0"/>
              </a:spcBef>
              <a:spcAft>
                <a:spcPts val="0"/>
              </a:spcAft>
              <a:buSzPts val="3100"/>
              <a:buNone/>
              <a:defRPr/>
            </a:lvl7pPr>
            <a:lvl8pPr lvl="7" rtl="0">
              <a:spcBef>
                <a:spcPts val="0"/>
              </a:spcBef>
              <a:spcAft>
                <a:spcPts val="0"/>
              </a:spcAft>
              <a:buSzPts val="3100"/>
              <a:buNone/>
              <a:defRPr/>
            </a:lvl8pPr>
            <a:lvl9pPr lvl="8" rtl="0">
              <a:spcBef>
                <a:spcPts val="0"/>
              </a:spcBef>
              <a:spcAft>
                <a:spcPts val="0"/>
              </a:spcAft>
              <a:buSzPts val="3100"/>
              <a:buNone/>
              <a:defRPr/>
            </a:lvl9pPr>
          </a:lstStyle>
          <a:p>
            <a:endParaRPr/>
          </a:p>
        </p:txBody>
      </p:sp>
      <p:grpSp>
        <p:nvGrpSpPr>
          <p:cNvPr id="195" name="Google Shape;195;p29"/>
          <p:cNvGrpSpPr/>
          <p:nvPr/>
        </p:nvGrpSpPr>
        <p:grpSpPr>
          <a:xfrm rot="10800000" flipH="1">
            <a:off x="-38100" y="-19050"/>
            <a:ext cx="9390501" cy="5391150"/>
            <a:chOff x="-114300" y="-247650"/>
            <a:chExt cx="9390501" cy="5391150"/>
          </a:xfrm>
        </p:grpSpPr>
        <p:pic>
          <p:nvPicPr>
            <p:cNvPr id="196" name="Google Shape;196;p29"/>
            <p:cNvPicPr preferRelativeResize="0"/>
            <p:nvPr/>
          </p:nvPicPr>
          <p:blipFill rotWithShape="1">
            <a:blip r:embed="rId2">
              <a:alphaModFix/>
            </a:blip>
            <a:srcRect l="23283" b="3717"/>
            <a:stretch/>
          </p:blipFill>
          <p:spPr>
            <a:xfrm rot="10800000">
              <a:off x="6267450" y="-247650"/>
              <a:ext cx="3008751" cy="4328875"/>
            </a:xfrm>
            <a:prstGeom prst="rect">
              <a:avLst/>
            </a:prstGeom>
            <a:noFill/>
            <a:ln>
              <a:noFill/>
            </a:ln>
          </p:spPr>
        </p:pic>
        <p:pic>
          <p:nvPicPr>
            <p:cNvPr id="197" name="Google Shape;197;p29"/>
            <p:cNvPicPr preferRelativeResize="0"/>
            <p:nvPr/>
          </p:nvPicPr>
          <p:blipFill rotWithShape="1">
            <a:blip r:embed="rId2">
              <a:alphaModFix/>
            </a:blip>
            <a:srcRect l="31331" t="55929" r="24466" b="13140"/>
            <a:stretch/>
          </p:blipFill>
          <p:spPr>
            <a:xfrm>
              <a:off x="-114300" y="3752850"/>
              <a:ext cx="1733550" cy="1390650"/>
            </a:xfrm>
            <a:prstGeom prst="rect">
              <a:avLst/>
            </a:prstGeom>
            <a:noFill/>
            <a:ln>
              <a:noFill/>
            </a:ln>
          </p:spPr>
        </p:pic>
      </p:gr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Numbers and text">
  <p:cSld name="CUSTOM_8">
    <p:spTree>
      <p:nvGrpSpPr>
        <p:cNvPr id="1" name="Shape 198"/>
        <p:cNvGrpSpPr/>
        <p:nvPr/>
      </p:nvGrpSpPr>
      <p:grpSpPr>
        <a:xfrm>
          <a:off x="0" y="0"/>
          <a:ext cx="0" cy="0"/>
          <a:chOff x="0" y="0"/>
          <a:chExt cx="0" cy="0"/>
        </a:xfrm>
      </p:grpSpPr>
      <p:grpSp>
        <p:nvGrpSpPr>
          <p:cNvPr id="199" name="Google Shape;199;p30"/>
          <p:cNvGrpSpPr/>
          <p:nvPr/>
        </p:nvGrpSpPr>
        <p:grpSpPr>
          <a:xfrm>
            <a:off x="-171450" y="-114300"/>
            <a:ext cx="9486900" cy="5372100"/>
            <a:chOff x="-171450" y="-114300"/>
            <a:chExt cx="9486900" cy="5372100"/>
          </a:xfrm>
        </p:grpSpPr>
        <p:pic>
          <p:nvPicPr>
            <p:cNvPr id="200" name="Google Shape;200;p30"/>
            <p:cNvPicPr preferRelativeResize="0"/>
            <p:nvPr/>
          </p:nvPicPr>
          <p:blipFill rotWithShape="1">
            <a:blip r:embed="rId2">
              <a:alphaModFix/>
            </a:blip>
            <a:srcRect t="12943" r="16178" b="10382"/>
            <a:stretch/>
          </p:blipFill>
          <p:spPr>
            <a:xfrm flipH="1">
              <a:off x="-171450" y="-114300"/>
              <a:ext cx="2467650" cy="2310600"/>
            </a:xfrm>
            <a:prstGeom prst="rect">
              <a:avLst/>
            </a:prstGeom>
            <a:noFill/>
            <a:ln>
              <a:noFill/>
            </a:ln>
          </p:spPr>
        </p:pic>
        <p:pic>
          <p:nvPicPr>
            <p:cNvPr id="201" name="Google Shape;201;p30"/>
            <p:cNvPicPr preferRelativeResize="0"/>
            <p:nvPr/>
          </p:nvPicPr>
          <p:blipFill rotWithShape="1">
            <a:blip r:embed="rId2">
              <a:alphaModFix/>
            </a:blip>
            <a:srcRect l="15655" t="33115" r="25379"/>
            <a:stretch/>
          </p:blipFill>
          <p:spPr>
            <a:xfrm rot="5400000">
              <a:off x="6701250" y="2643600"/>
              <a:ext cx="2419350" cy="2809050"/>
            </a:xfrm>
            <a:prstGeom prst="rect">
              <a:avLst/>
            </a:prstGeom>
            <a:noFill/>
            <a:ln>
              <a:noFill/>
            </a:ln>
          </p:spPr>
        </p:pic>
      </p:grpSp>
      <p:sp>
        <p:nvSpPr>
          <p:cNvPr id="202" name="Google Shape;202;p30"/>
          <p:cNvSpPr txBox="1">
            <a:spLocks noGrp="1"/>
          </p:cNvSpPr>
          <p:nvPr>
            <p:ph type="title" hasCustomPrompt="1"/>
          </p:nvPr>
        </p:nvSpPr>
        <p:spPr>
          <a:xfrm>
            <a:off x="2223600" y="539507"/>
            <a:ext cx="4696800" cy="768900"/>
          </a:xfrm>
          <a:prstGeom prst="rect">
            <a:avLst/>
          </a:prstGeom>
          <a:noFill/>
        </p:spPr>
        <p:txBody>
          <a:bodyPr spcFirstLastPara="1" wrap="square" lIns="91425" tIns="91425" rIns="91425" bIns="91425" anchor="b" anchorCtr="0">
            <a:noAutofit/>
          </a:bodyPr>
          <a:lstStyle>
            <a:lvl1pPr lvl="0" rtl="0">
              <a:spcBef>
                <a:spcPts val="0"/>
              </a:spcBef>
              <a:spcAft>
                <a:spcPts val="0"/>
              </a:spcAft>
              <a:buClr>
                <a:schemeClr val="lt1"/>
              </a:buClr>
              <a:buSzPts val="6000"/>
              <a:buNone/>
              <a:defRPr sz="3600" b="1"/>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203" name="Google Shape;203;p30"/>
          <p:cNvSpPr txBox="1">
            <a:spLocks noGrp="1"/>
          </p:cNvSpPr>
          <p:nvPr>
            <p:ph type="subTitle" idx="1"/>
          </p:nvPr>
        </p:nvSpPr>
        <p:spPr>
          <a:xfrm>
            <a:off x="2223600" y="1228426"/>
            <a:ext cx="4696800" cy="4272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dk1"/>
              </a:buClr>
              <a:buSzPts val="2400"/>
              <a:buNone/>
              <a:defRPr sz="1600">
                <a:solidFill>
                  <a:schemeClr val="dk1"/>
                </a:solidFill>
              </a:defRPr>
            </a:lvl1pPr>
            <a:lvl2pPr lvl="1" algn="ctr" rtl="0">
              <a:lnSpc>
                <a:spcPct val="100000"/>
              </a:lnSpc>
              <a:spcBef>
                <a:spcPts val="0"/>
              </a:spcBef>
              <a:spcAft>
                <a:spcPts val="0"/>
              </a:spcAft>
              <a:buClr>
                <a:schemeClr val="dk1"/>
              </a:buClr>
              <a:buSzPts val="2100"/>
              <a:buNone/>
              <a:defRPr sz="2100">
                <a:solidFill>
                  <a:schemeClr val="dk1"/>
                </a:solidFill>
              </a:defRPr>
            </a:lvl2pPr>
            <a:lvl3pPr lvl="2" algn="ctr" rtl="0">
              <a:lnSpc>
                <a:spcPct val="100000"/>
              </a:lnSpc>
              <a:spcBef>
                <a:spcPts val="0"/>
              </a:spcBef>
              <a:spcAft>
                <a:spcPts val="0"/>
              </a:spcAft>
              <a:buClr>
                <a:schemeClr val="dk1"/>
              </a:buClr>
              <a:buSzPts val="2100"/>
              <a:buNone/>
              <a:defRPr sz="2100">
                <a:solidFill>
                  <a:schemeClr val="dk1"/>
                </a:solidFill>
              </a:defRPr>
            </a:lvl3pPr>
            <a:lvl4pPr lvl="3" algn="ctr" rtl="0">
              <a:lnSpc>
                <a:spcPct val="100000"/>
              </a:lnSpc>
              <a:spcBef>
                <a:spcPts val="0"/>
              </a:spcBef>
              <a:spcAft>
                <a:spcPts val="0"/>
              </a:spcAft>
              <a:buClr>
                <a:schemeClr val="dk1"/>
              </a:buClr>
              <a:buSzPts val="2100"/>
              <a:buNone/>
              <a:defRPr sz="2100">
                <a:solidFill>
                  <a:schemeClr val="dk1"/>
                </a:solidFill>
              </a:defRPr>
            </a:lvl4pPr>
            <a:lvl5pPr lvl="4" algn="ctr" rtl="0">
              <a:lnSpc>
                <a:spcPct val="100000"/>
              </a:lnSpc>
              <a:spcBef>
                <a:spcPts val="0"/>
              </a:spcBef>
              <a:spcAft>
                <a:spcPts val="0"/>
              </a:spcAft>
              <a:buClr>
                <a:schemeClr val="dk1"/>
              </a:buClr>
              <a:buSzPts val="2100"/>
              <a:buNone/>
              <a:defRPr sz="2100">
                <a:solidFill>
                  <a:schemeClr val="dk1"/>
                </a:solidFill>
              </a:defRPr>
            </a:lvl5pPr>
            <a:lvl6pPr lvl="5" algn="ctr" rtl="0">
              <a:lnSpc>
                <a:spcPct val="100000"/>
              </a:lnSpc>
              <a:spcBef>
                <a:spcPts val="0"/>
              </a:spcBef>
              <a:spcAft>
                <a:spcPts val="0"/>
              </a:spcAft>
              <a:buClr>
                <a:schemeClr val="dk1"/>
              </a:buClr>
              <a:buSzPts val="2100"/>
              <a:buNone/>
              <a:defRPr sz="2100">
                <a:solidFill>
                  <a:schemeClr val="dk1"/>
                </a:solidFill>
              </a:defRPr>
            </a:lvl6pPr>
            <a:lvl7pPr lvl="6" algn="ctr" rtl="0">
              <a:lnSpc>
                <a:spcPct val="100000"/>
              </a:lnSpc>
              <a:spcBef>
                <a:spcPts val="0"/>
              </a:spcBef>
              <a:spcAft>
                <a:spcPts val="0"/>
              </a:spcAft>
              <a:buClr>
                <a:schemeClr val="dk1"/>
              </a:buClr>
              <a:buSzPts val="2100"/>
              <a:buNone/>
              <a:defRPr sz="2100">
                <a:solidFill>
                  <a:schemeClr val="dk1"/>
                </a:solidFill>
              </a:defRPr>
            </a:lvl7pPr>
            <a:lvl8pPr lvl="7" algn="ctr" rtl="0">
              <a:lnSpc>
                <a:spcPct val="100000"/>
              </a:lnSpc>
              <a:spcBef>
                <a:spcPts val="0"/>
              </a:spcBef>
              <a:spcAft>
                <a:spcPts val="0"/>
              </a:spcAft>
              <a:buClr>
                <a:schemeClr val="dk1"/>
              </a:buClr>
              <a:buSzPts val="2100"/>
              <a:buNone/>
              <a:defRPr sz="2100">
                <a:solidFill>
                  <a:schemeClr val="dk1"/>
                </a:solidFill>
              </a:defRPr>
            </a:lvl8pPr>
            <a:lvl9pPr lvl="8" algn="ctr" rtl="0">
              <a:lnSpc>
                <a:spcPct val="100000"/>
              </a:lnSpc>
              <a:spcBef>
                <a:spcPts val="0"/>
              </a:spcBef>
              <a:spcAft>
                <a:spcPts val="0"/>
              </a:spcAft>
              <a:buClr>
                <a:schemeClr val="dk1"/>
              </a:buClr>
              <a:buSzPts val="2100"/>
              <a:buNone/>
              <a:defRPr sz="2100">
                <a:solidFill>
                  <a:schemeClr val="dk1"/>
                </a:solidFill>
              </a:defRPr>
            </a:lvl9pPr>
          </a:lstStyle>
          <a:p>
            <a:endParaRPr/>
          </a:p>
        </p:txBody>
      </p:sp>
      <p:sp>
        <p:nvSpPr>
          <p:cNvPr id="204" name="Google Shape;204;p30"/>
          <p:cNvSpPr txBox="1">
            <a:spLocks noGrp="1"/>
          </p:cNvSpPr>
          <p:nvPr>
            <p:ph type="title" idx="2" hasCustomPrompt="1"/>
          </p:nvPr>
        </p:nvSpPr>
        <p:spPr>
          <a:xfrm>
            <a:off x="2223600" y="2013687"/>
            <a:ext cx="4696800" cy="768900"/>
          </a:xfrm>
          <a:prstGeom prst="rect">
            <a:avLst/>
          </a:prstGeom>
          <a:noFill/>
        </p:spPr>
        <p:txBody>
          <a:bodyPr spcFirstLastPara="1" wrap="square" lIns="91425" tIns="91425" rIns="91425" bIns="91425" anchor="b" anchorCtr="0">
            <a:noAutofit/>
          </a:bodyPr>
          <a:lstStyle>
            <a:lvl1pPr lvl="0" rtl="0">
              <a:spcBef>
                <a:spcPts val="0"/>
              </a:spcBef>
              <a:spcAft>
                <a:spcPts val="0"/>
              </a:spcAft>
              <a:buClr>
                <a:schemeClr val="lt1"/>
              </a:buClr>
              <a:buSzPts val="6000"/>
              <a:buNone/>
              <a:defRPr sz="3600" b="1"/>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205" name="Google Shape;205;p30"/>
          <p:cNvSpPr txBox="1">
            <a:spLocks noGrp="1"/>
          </p:cNvSpPr>
          <p:nvPr>
            <p:ph type="subTitle" idx="3"/>
          </p:nvPr>
        </p:nvSpPr>
        <p:spPr>
          <a:xfrm>
            <a:off x="2223600" y="2702611"/>
            <a:ext cx="4696800" cy="4272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dk1"/>
              </a:buClr>
              <a:buSzPts val="2400"/>
              <a:buNone/>
              <a:defRPr sz="1600">
                <a:solidFill>
                  <a:schemeClr val="dk1"/>
                </a:solidFill>
              </a:defRPr>
            </a:lvl1pPr>
            <a:lvl2pPr lvl="1" algn="ctr" rtl="0">
              <a:lnSpc>
                <a:spcPct val="100000"/>
              </a:lnSpc>
              <a:spcBef>
                <a:spcPts val="0"/>
              </a:spcBef>
              <a:spcAft>
                <a:spcPts val="0"/>
              </a:spcAft>
              <a:buClr>
                <a:schemeClr val="dk1"/>
              </a:buClr>
              <a:buSzPts val="2100"/>
              <a:buNone/>
              <a:defRPr sz="2100">
                <a:solidFill>
                  <a:schemeClr val="dk1"/>
                </a:solidFill>
              </a:defRPr>
            </a:lvl2pPr>
            <a:lvl3pPr lvl="2" algn="ctr" rtl="0">
              <a:lnSpc>
                <a:spcPct val="100000"/>
              </a:lnSpc>
              <a:spcBef>
                <a:spcPts val="0"/>
              </a:spcBef>
              <a:spcAft>
                <a:spcPts val="0"/>
              </a:spcAft>
              <a:buClr>
                <a:schemeClr val="dk1"/>
              </a:buClr>
              <a:buSzPts val="2100"/>
              <a:buNone/>
              <a:defRPr sz="2100">
                <a:solidFill>
                  <a:schemeClr val="dk1"/>
                </a:solidFill>
              </a:defRPr>
            </a:lvl3pPr>
            <a:lvl4pPr lvl="3" algn="ctr" rtl="0">
              <a:lnSpc>
                <a:spcPct val="100000"/>
              </a:lnSpc>
              <a:spcBef>
                <a:spcPts val="0"/>
              </a:spcBef>
              <a:spcAft>
                <a:spcPts val="0"/>
              </a:spcAft>
              <a:buClr>
                <a:schemeClr val="dk1"/>
              </a:buClr>
              <a:buSzPts val="2100"/>
              <a:buNone/>
              <a:defRPr sz="2100">
                <a:solidFill>
                  <a:schemeClr val="dk1"/>
                </a:solidFill>
              </a:defRPr>
            </a:lvl4pPr>
            <a:lvl5pPr lvl="4" algn="ctr" rtl="0">
              <a:lnSpc>
                <a:spcPct val="100000"/>
              </a:lnSpc>
              <a:spcBef>
                <a:spcPts val="0"/>
              </a:spcBef>
              <a:spcAft>
                <a:spcPts val="0"/>
              </a:spcAft>
              <a:buClr>
                <a:schemeClr val="dk1"/>
              </a:buClr>
              <a:buSzPts val="2100"/>
              <a:buNone/>
              <a:defRPr sz="2100">
                <a:solidFill>
                  <a:schemeClr val="dk1"/>
                </a:solidFill>
              </a:defRPr>
            </a:lvl5pPr>
            <a:lvl6pPr lvl="5" algn="ctr" rtl="0">
              <a:lnSpc>
                <a:spcPct val="100000"/>
              </a:lnSpc>
              <a:spcBef>
                <a:spcPts val="0"/>
              </a:spcBef>
              <a:spcAft>
                <a:spcPts val="0"/>
              </a:spcAft>
              <a:buClr>
                <a:schemeClr val="dk1"/>
              </a:buClr>
              <a:buSzPts val="2100"/>
              <a:buNone/>
              <a:defRPr sz="2100">
                <a:solidFill>
                  <a:schemeClr val="dk1"/>
                </a:solidFill>
              </a:defRPr>
            </a:lvl6pPr>
            <a:lvl7pPr lvl="6" algn="ctr" rtl="0">
              <a:lnSpc>
                <a:spcPct val="100000"/>
              </a:lnSpc>
              <a:spcBef>
                <a:spcPts val="0"/>
              </a:spcBef>
              <a:spcAft>
                <a:spcPts val="0"/>
              </a:spcAft>
              <a:buClr>
                <a:schemeClr val="dk1"/>
              </a:buClr>
              <a:buSzPts val="2100"/>
              <a:buNone/>
              <a:defRPr sz="2100">
                <a:solidFill>
                  <a:schemeClr val="dk1"/>
                </a:solidFill>
              </a:defRPr>
            </a:lvl7pPr>
            <a:lvl8pPr lvl="7" algn="ctr" rtl="0">
              <a:lnSpc>
                <a:spcPct val="100000"/>
              </a:lnSpc>
              <a:spcBef>
                <a:spcPts val="0"/>
              </a:spcBef>
              <a:spcAft>
                <a:spcPts val="0"/>
              </a:spcAft>
              <a:buClr>
                <a:schemeClr val="dk1"/>
              </a:buClr>
              <a:buSzPts val="2100"/>
              <a:buNone/>
              <a:defRPr sz="2100">
                <a:solidFill>
                  <a:schemeClr val="dk1"/>
                </a:solidFill>
              </a:defRPr>
            </a:lvl8pPr>
            <a:lvl9pPr lvl="8" algn="ctr" rtl="0">
              <a:lnSpc>
                <a:spcPct val="100000"/>
              </a:lnSpc>
              <a:spcBef>
                <a:spcPts val="0"/>
              </a:spcBef>
              <a:spcAft>
                <a:spcPts val="0"/>
              </a:spcAft>
              <a:buClr>
                <a:schemeClr val="dk1"/>
              </a:buClr>
              <a:buSzPts val="2100"/>
              <a:buNone/>
              <a:defRPr sz="2100">
                <a:solidFill>
                  <a:schemeClr val="dk1"/>
                </a:solidFill>
              </a:defRPr>
            </a:lvl9pPr>
          </a:lstStyle>
          <a:p>
            <a:endParaRPr/>
          </a:p>
        </p:txBody>
      </p:sp>
      <p:sp>
        <p:nvSpPr>
          <p:cNvPr id="206" name="Google Shape;206;p30"/>
          <p:cNvSpPr txBox="1">
            <a:spLocks noGrp="1"/>
          </p:cNvSpPr>
          <p:nvPr>
            <p:ph type="title" idx="4" hasCustomPrompt="1"/>
          </p:nvPr>
        </p:nvSpPr>
        <p:spPr>
          <a:xfrm>
            <a:off x="2223600" y="3487868"/>
            <a:ext cx="4696800" cy="768900"/>
          </a:xfrm>
          <a:prstGeom prst="rect">
            <a:avLst/>
          </a:prstGeom>
          <a:noFill/>
        </p:spPr>
        <p:txBody>
          <a:bodyPr spcFirstLastPara="1" wrap="square" lIns="91425" tIns="91425" rIns="91425" bIns="91425" anchor="b" anchorCtr="0">
            <a:noAutofit/>
          </a:bodyPr>
          <a:lstStyle>
            <a:lvl1pPr lvl="0" rtl="0">
              <a:spcBef>
                <a:spcPts val="0"/>
              </a:spcBef>
              <a:spcAft>
                <a:spcPts val="0"/>
              </a:spcAft>
              <a:buClr>
                <a:schemeClr val="lt1"/>
              </a:buClr>
              <a:buSzPts val="6000"/>
              <a:buNone/>
              <a:defRPr sz="3600" b="1"/>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207" name="Google Shape;207;p30"/>
          <p:cNvSpPr txBox="1">
            <a:spLocks noGrp="1"/>
          </p:cNvSpPr>
          <p:nvPr>
            <p:ph type="subTitle" idx="5"/>
          </p:nvPr>
        </p:nvSpPr>
        <p:spPr>
          <a:xfrm>
            <a:off x="2223600" y="4176797"/>
            <a:ext cx="4696800" cy="4272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dk1"/>
              </a:buClr>
              <a:buSzPts val="2400"/>
              <a:buNone/>
              <a:defRPr sz="1600">
                <a:solidFill>
                  <a:schemeClr val="dk1"/>
                </a:solidFill>
              </a:defRPr>
            </a:lvl1pPr>
            <a:lvl2pPr lvl="1" algn="ctr" rtl="0">
              <a:lnSpc>
                <a:spcPct val="100000"/>
              </a:lnSpc>
              <a:spcBef>
                <a:spcPts val="0"/>
              </a:spcBef>
              <a:spcAft>
                <a:spcPts val="0"/>
              </a:spcAft>
              <a:buClr>
                <a:schemeClr val="dk1"/>
              </a:buClr>
              <a:buSzPts val="2100"/>
              <a:buNone/>
              <a:defRPr sz="2100">
                <a:solidFill>
                  <a:schemeClr val="dk1"/>
                </a:solidFill>
              </a:defRPr>
            </a:lvl2pPr>
            <a:lvl3pPr lvl="2" algn="ctr" rtl="0">
              <a:lnSpc>
                <a:spcPct val="100000"/>
              </a:lnSpc>
              <a:spcBef>
                <a:spcPts val="0"/>
              </a:spcBef>
              <a:spcAft>
                <a:spcPts val="0"/>
              </a:spcAft>
              <a:buClr>
                <a:schemeClr val="dk1"/>
              </a:buClr>
              <a:buSzPts val="2100"/>
              <a:buNone/>
              <a:defRPr sz="2100">
                <a:solidFill>
                  <a:schemeClr val="dk1"/>
                </a:solidFill>
              </a:defRPr>
            </a:lvl3pPr>
            <a:lvl4pPr lvl="3" algn="ctr" rtl="0">
              <a:lnSpc>
                <a:spcPct val="100000"/>
              </a:lnSpc>
              <a:spcBef>
                <a:spcPts val="0"/>
              </a:spcBef>
              <a:spcAft>
                <a:spcPts val="0"/>
              </a:spcAft>
              <a:buClr>
                <a:schemeClr val="dk1"/>
              </a:buClr>
              <a:buSzPts val="2100"/>
              <a:buNone/>
              <a:defRPr sz="2100">
                <a:solidFill>
                  <a:schemeClr val="dk1"/>
                </a:solidFill>
              </a:defRPr>
            </a:lvl4pPr>
            <a:lvl5pPr lvl="4" algn="ctr" rtl="0">
              <a:lnSpc>
                <a:spcPct val="100000"/>
              </a:lnSpc>
              <a:spcBef>
                <a:spcPts val="0"/>
              </a:spcBef>
              <a:spcAft>
                <a:spcPts val="0"/>
              </a:spcAft>
              <a:buClr>
                <a:schemeClr val="dk1"/>
              </a:buClr>
              <a:buSzPts val="2100"/>
              <a:buNone/>
              <a:defRPr sz="2100">
                <a:solidFill>
                  <a:schemeClr val="dk1"/>
                </a:solidFill>
              </a:defRPr>
            </a:lvl5pPr>
            <a:lvl6pPr lvl="5" algn="ctr" rtl="0">
              <a:lnSpc>
                <a:spcPct val="100000"/>
              </a:lnSpc>
              <a:spcBef>
                <a:spcPts val="0"/>
              </a:spcBef>
              <a:spcAft>
                <a:spcPts val="0"/>
              </a:spcAft>
              <a:buClr>
                <a:schemeClr val="dk1"/>
              </a:buClr>
              <a:buSzPts val="2100"/>
              <a:buNone/>
              <a:defRPr sz="2100">
                <a:solidFill>
                  <a:schemeClr val="dk1"/>
                </a:solidFill>
              </a:defRPr>
            </a:lvl6pPr>
            <a:lvl7pPr lvl="6" algn="ctr" rtl="0">
              <a:lnSpc>
                <a:spcPct val="100000"/>
              </a:lnSpc>
              <a:spcBef>
                <a:spcPts val="0"/>
              </a:spcBef>
              <a:spcAft>
                <a:spcPts val="0"/>
              </a:spcAft>
              <a:buClr>
                <a:schemeClr val="dk1"/>
              </a:buClr>
              <a:buSzPts val="2100"/>
              <a:buNone/>
              <a:defRPr sz="2100">
                <a:solidFill>
                  <a:schemeClr val="dk1"/>
                </a:solidFill>
              </a:defRPr>
            </a:lvl7pPr>
            <a:lvl8pPr lvl="7" algn="ctr" rtl="0">
              <a:lnSpc>
                <a:spcPct val="100000"/>
              </a:lnSpc>
              <a:spcBef>
                <a:spcPts val="0"/>
              </a:spcBef>
              <a:spcAft>
                <a:spcPts val="0"/>
              </a:spcAft>
              <a:buClr>
                <a:schemeClr val="dk1"/>
              </a:buClr>
              <a:buSzPts val="2100"/>
              <a:buNone/>
              <a:defRPr sz="2100">
                <a:solidFill>
                  <a:schemeClr val="dk1"/>
                </a:solidFill>
              </a:defRPr>
            </a:lvl8pPr>
            <a:lvl9pPr lvl="8" algn="ctr" rtl="0">
              <a:lnSpc>
                <a:spcPct val="100000"/>
              </a:lnSpc>
              <a:spcBef>
                <a:spcPts val="0"/>
              </a:spcBef>
              <a:spcAft>
                <a:spcPts val="0"/>
              </a:spcAft>
              <a:buClr>
                <a:schemeClr val="dk1"/>
              </a:buClr>
              <a:buSzPts val="2100"/>
              <a:buNone/>
              <a:defRPr sz="2100">
                <a:solidFill>
                  <a:schemeClr val="dk1"/>
                </a:solidFill>
              </a:defRPr>
            </a:lvl9pPr>
          </a:lstStyle>
          <a:p>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hanks">
  <p:cSld name="CUSTOM_3_1">
    <p:spTree>
      <p:nvGrpSpPr>
        <p:cNvPr id="1" name="Shape 208"/>
        <p:cNvGrpSpPr/>
        <p:nvPr/>
      </p:nvGrpSpPr>
      <p:grpSpPr>
        <a:xfrm>
          <a:off x="0" y="0"/>
          <a:ext cx="0" cy="0"/>
          <a:chOff x="0" y="0"/>
          <a:chExt cx="0" cy="0"/>
        </a:xfrm>
      </p:grpSpPr>
      <p:grpSp>
        <p:nvGrpSpPr>
          <p:cNvPr id="209" name="Google Shape;209;p31"/>
          <p:cNvGrpSpPr/>
          <p:nvPr/>
        </p:nvGrpSpPr>
        <p:grpSpPr>
          <a:xfrm>
            <a:off x="-237299" y="-869075"/>
            <a:ext cx="10132447" cy="6299826"/>
            <a:chOff x="-237299" y="-869075"/>
            <a:chExt cx="10132447" cy="6299826"/>
          </a:xfrm>
        </p:grpSpPr>
        <p:pic>
          <p:nvPicPr>
            <p:cNvPr id="210" name="Google Shape;210;p31"/>
            <p:cNvPicPr preferRelativeResize="0"/>
            <p:nvPr/>
          </p:nvPicPr>
          <p:blipFill>
            <a:blip r:embed="rId2">
              <a:alphaModFix/>
            </a:blip>
            <a:stretch>
              <a:fillRect/>
            </a:stretch>
          </p:blipFill>
          <p:spPr>
            <a:xfrm rot="-10575735" flipH="1">
              <a:off x="-187256" y="-544053"/>
              <a:ext cx="10032361" cy="1862613"/>
            </a:xfrm>
            <a:prstGeom prst="rect">
              <a:avLst/>
            </a:prstGeom>
            <a:noFill/>
            <a:ln>
              <a:noFill/>
            </a:ln>
          </p:spPr>
        </p:pic>
        <p:pic>
          <p:nvPicPr>
            <p:cNvPr id="211" name="Google Shape;211;p31"/>
            <p:cNvPicPr preferRelativeResize="0"/>
            <p:nvPr/>
          </p:nvPicPr>
          <p:blipFill>
            <a:blip r:embed="rId3">
              <a:alphaModFix/>
            </a:blip>
            <a:stretch>
              <a:fillRect/>
            </a:stretch>
          </p:blipFill>
          <p:spPr>
            <a:xfrm rot="10800000" flipH="1">
              <a:off x="7263151" y="3402775"/>
              <a:ext cx="1981200" cy="2027975"/>
            </a:xfrm>
            <a:prstGeom prst="rect">
              <a:avLst/>
            </a:prstGeom>
            <a:noFill/>
            <a:ln>
              <a:noFill/>
            </a:ln>
          </p:spPr>
        </p:pic>
      </p:grpSp>
      <p:sp>
        <p:nvSpPr>
          <p:cNvPr id="212" name="Google Shape;212;p31"/>
          <p:cNvSpPr txBox="1">
            <a:spLocks noGrp="1"/>
          </p:cNvSpPr>
          <p:nvPr>
            <p:ph type="title"/>
          </p:nvPr>
        </p:nvSpPr>
        <p:spPr>
          <a:xfrm>
            <a:off x="713254" y="1491175"/>
            <a:ext cx="3190800" cy="10587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sz="6000"/>
            </a:lvl1pPr>
            <a:lvl2pPr lvl="1" rtl="0">
              <a:spcBef>
                <a:spcPts val="0"/>
              </a:spcBef>
              <a:spcAft>
                <a:spcPts val="0"/>
              </a:spcAft>
              <a:buSzPts val="3100"/>
              <a:buNone/>
              <a:defRPr/>
            </a:lvl2pPr>
            <a:lvl3pPr lvl="2" rtl="0">
              <a:spcBef>
                <a:spcPts val="0"/>
              </a:spcBef>
              <a:spcAft>
                <a:spcPts val="0"/>
              </a:spcAft>
              <a:buSzPts val="3100"/>
              <a:buNone/>
              <a:defRPr/>
            </a:lvl3pPr>
            <a:lvl4pPr lvl="3" rtl="0">
              <a:spcBef>
                <a:spcPts val="0"/>
              </a:spcBef>
              <a:spcAft>
                <a:spcPts val="0"/>
              </a:spcAft>
              <a:buSzPts val="3100"/>
              <a:buNone/>
              <a:defRPr/>
            </a:lvl4pPr>
            <a:lvl5pPr lvl="4" rtl="0">
              <a:spcBef>
                <a:spcPts val="0"/>
              </a:spcBef>
              <a:spcAft>
                <a:spcPts val="0"/>
              </a:spcAft>
              <a:buSzPts val="3100"/>
              <a:buNone/>
              <a:defRPr/>
            </a:lvl5pPr>
            <a:lvl6pPr lvl="5" rtl="0">
              <a:spcBef>
                <a:spcPts val="0"/>
              </a:spcBef>
              <a:spcAft>
                <a:spcPts val="0"/>
              </a:spcAft>
              <a:buSzPts val="3100"/>
              <a:buNone/>
              <a:defRPr/>
            </a:lvl6pPr>
            <a:lvl7pPr lvl="6" rtl="0">
              <a:spcBef>
                <a:spcPts val="0"/>
              </a:spcBef>
              <a:spcAft>
                <a:spcPts val="0"/>
              </a:spcAft>
              <a:buSzPts val="3100"/>
              <a:buNone/>
              <a:defRPr/>
            </a:lvl7pPr>
            <a:lvl8pPr lvl="7" rtl="0">
              <a:spcBef>
                <a:spcPts val="0"/>
              </a:spcBef>
              <a:spcAft>
                <a:spcPts val="0"/>
              </a:spcAft>
              <a:buSzPts val="3100"/>
              <a:buNone/>
              <a:defRPr/>
            </a:lvl8pPr>
            <a:lvl9pPr lvl="8" rtl="0">
              <a:spcBef>
                <a:spcPts val="0"/>
              </a:spcBef>
              <a:spcAft>
                <a:spcPts val="0"/>
              </a:spcAft>
              <a:buSzPts val="3100"/>
              <a:buNone/>
              <a:defRPr/>
            </a:lvl9pPr>
          </a:lstStyle>
          <a:p>
            <a:endParaRPr/>
          </a:p>
        </p:txBody>
      </p:sp>
      <p:sp>
        <p:nvSpPr>
          <p:cNvPr id="213" name="Google Shape;213;p31"/>
          <p:cNvSpPr txBox="1">
            <a:spLocks noGrp="1"/>
          </p:cNvSpPr>
          <p:nvPr>
            <p:ph type="subTitle" idx="1"/>
          </p:nvPr>
        </p:nvSpPr>
        <p:spPr>
          <a:xfrm>
            <a:off x="713250" y="2621375"/>
            <a:ext cx="3190800" cy="1058700"/>
          </a:xfrm>
          <a:prstGeom prst="rect">
            <a:avLst/>
          </a:prstGeom>
        </p:spPr>
        <p:txBody>
          <a:bodyPr spcFirstLastPara="1" wrap="square" lIns="91425" tIns="91425" rIns="91425" bIns="91425" anchor="ctr" anchorCtr="0">
            <a:noAutofit/>
          </a:bodyPr>
          <a:lstStyle>
            <a:lvl1pPr lvl="0" rtl="0">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14" name="Google Shape;214;p31"/>
          <p:cNvSpPr txBox="1"/>
          <p:nvPr/>
        </p:nvSpPr>
        <p:spPr>
          <a:xfrm>
            <a:off x="4003050" y="2452350"/>
            <a:ext cx="3504000" cy="747000"/>
          </a:xfrm>
          <a:prstGeom prst="rect">
            <a:avLst/>
          </a:prstGeom>
          <a:noFill/>
          <a:ln>
            <a:noFill/>
          </a:ln>
        </p:spPr>
        <p:txBody>
          <a:bodyPr spcFirstLastPara="1" wrap="square" lIns="91425" tIns="91425" rIns="91425" bIns="91425" anchor="t" anchorCtr="0">
            <a:noAutofit/>
          </a:bodyPr>
          <a:lstStyle/>
          <a:p>
            <a:pPr marL="0" lvl="0" indent="0" algn="l" rtl="0">
              <a:spcBef>
                <a:spcPts val="300"/>
              </a:spcBef>
              <a:spcAft>
                <a:spcPts val="0"/>
              </a:spcAft>
              <a:buNone/>
            </a:pPr>
            <a:r>
              <a:rPr lang="en" sz="1200" b="1">
                <a:solidFill>
                  <a:schemeClr val="dk1"/>
                </a:solidFill>
                <a:latin typeface="Figtree"/>
                <a:ea typeface="Figtree"/>
                <a:cs typeface="Figtree"/>
                <a:sym typeface="Figtree"/>
              </a:rPr>
              <a:t>CREDITS:</a:t>
            </a:r>
            <a:r>
              <a:rPr lang="en" sz="1200">
                <a:solidFill>
                  <a:schemeClr val="dk1"/>
                </a:solidFill>
                <a:latin typeface="Figtree"/>
                <a:ea typeface="Figtree"/>
                <a:cs typeface="Figtree"/>
                <a:sym typeface="Figtree"/>
              </a:rPr>
              <a:t> This presentation template was created by </a:t>
            </a:r>
            <a:r>
              <a:rPr lang="en" sz="1200" b="1" u="sng">
                <a:solidFill>
                  <a:schemeClr val="dk1"/>
                </a:solidFill>
                <a:latin typeface="Figtree"/>
                <a:ea typeface="Figtree"/>
                <a:cs typeface="Figtree"/>
                <a:sym typeface="Figtree"/>
                <a:hlinkClick r:id="rId4">
                  <a:extLst>
                    <a:ext uri="{A12FA001-AC4F-418D-AE19-62706E023703}">
                      <ahyp:hlinkClr xmlns:ahyp="http://schemas.microsoft.com/office/drawing/2018/hyperlinkcolor" val="tx"/>
                    </a:ext>
                  </a:extLst>
                </a:hlinkClick>
              </a:rPr>
              <a:t>Slidesgo</a:t>
            </a:r>
            <a:r>
              <a:rPr lang="en" sz="1200">
                <a:solidFill>
                  <a:schemeClr val="dk1"/>
                </a:solidFill>
                <a:latin typeface="Figtree"/>
                <a:ea typeface="Figtree"/>
                <a:cs typeface="Figtree"/>
                <a:sym typeface="Figtree"/>
              </a:rPr>
              <a:t>, and includes icons by </a:t>
            </a:r>
            <a:r>
              <a:rPr lang="en" sz="1200" b="1" u="sng">
                <a:solidFill>
                  <a:schemeClr val="dk1"/>
                </a:solidFill>
                <a:latin typeface="Figtree"/>
                <a:ea typeface="Figtree"/>
                <a:cs typeface="Figtree"/>
                <a:sym typeface="Figtree"/>
                <a:hlinkClick r:id="rId5">
                  <a:extLst>
                    <a:ext uri="{A12FA001-AC4F-418D-AE19-62706E023703}">
                      <ahyp:hlinkClr xmlns:ahyp="http://schemas.microsoft.com/office/drawing/2018/hyperlinkcolor" val="tx"/>
                    </a:ext>
                  </a:extLst>
                </a:hlinkClick>
              </a:rPr>
              <a:t>Flaticon</a:t>
            </a:r>
            <a:r>
              <a:rPr lang="en" sz="1200">
                <a:solidFill>
                  <a:schemeClr val="dk1"/>
                </a:solidFill>
                <a:latin typeface="Figtree"/>
                <a:ea typeface="Figtree"/>
                <a:cs typeface="Figtree"/>
                <a:sym typeface="Figtree"/>
              </a:rPr>
              <a:t>, and infographics &amp; images by </a:t>
            </a:r>
            <a:r>
              <a:rPr lang="en" sz="1200" b="1" u="sng">
                <a:solidFill>
                  <a:schemeClr val="dk1"/>
                </a:solidFill>
                <a:latin typeface="Figtree"/>
                <a:ea typeface="Figtree"/>
                <a:cs typeface="Figtree"/>
                <a:sym typeface="Figtree"/>
                <a:hlinkClick r:id="rId6">
                  <a:extLst>
                    <a:ext uri="{A12FA001-AC4F-418D-AE19-62706E023703}">
                      <ahyp:hlinkClr xmlns:ahyp="http://schemas.microsoft.com/office/drawing/2018/hyperlinkcolor" val="tx"/>
                    </a:ext>
                  </a:extLst>
                </a:hlinkClick>
              </a:rPr>
              <a:t>Freepik</a:t>
            </a:r>
            <a:r>
              <a:rPr lang="en" sz="1200" u="sng">
                <a:solidFill>
                  <a:schemeClr val="dk1"/>
                </a:solidFill>
                <a:latin typeface="Figtree"/>
                <a:ea typeface="Figtree"/>
                <a:cs typeface="Figtree"/>
                <a:sym typeface="Figtree"/>
              </a:rPr>
              <a:t> </a:t>
            </a:r>
            <a:endParaRPr sz="1200" b="1" u="sng">
              <a:solidFill>
                <a:schemeClr val="dk1"/>
              </a:solidFill>
              <a:latin typeface="Figtree"/>
              <a:ea typeface="Figtree"/>
              <a:cs typeface="Figtree"/>
              <a:sym typeface="Figtree"/>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1" name="Shape 215"/>
        <p:cNvGrpSpPr/>
        <p:nvPr/>
      </p:nvGrpSpPr>
      <p:grpSpPr>
        <a:xfrm>
          <a:off x="0" y="0"/>
          <a:ext cx="0" cy="0"/>
          <a:chOff x="0" y="0"/>
          <a:chExt cx="0" cy="0"/>
        </a:xfrm>
      </p:grpSpPr>
      <p:grpSp>
        <p:nvGrpSpPr>
          <p:cNvPr id="216" name="Google Shape;216;p32"/>
          <p:cNvGrpSpPr/>
          <p:nvPr/>
        </p:nvGrpSpPr>
        <p:grpSpPr>
          <a:xfrm>
            <a:off x="-362025" y="0"/>
            <a:ext cx="9506024" cy="5238750"/>
            <a:chOff x="-362025" y="0"/>
            <a:chExt cx="9506024" cy="5238750"/>
          </a:xfrm>
        </p:grpSpPr>
        <p:pic>
          <p:nvPicPr>
            <p:cNvPr id="217" name="Google Shape;217;p32"/>
            <p:cNvPicPr preferRelativeResize="0"/>
            <p:nvPr/>
          </p:nvPicPr>
          <p:blipFill rotWithShape="1">
            <a:blip r:embed="rId2">
              <a:alphaModFix/>
            </a:blip>
            <a:srcRect t="34491" r="18127"/>
            <a:stretch/>
          </p:blipFill>
          <p:spPr>
            <a:xfrm>
              <a:off x="1657275" y="0"/>
              <a:ext cx="7486724" cy="1435100"/>
            </a:xfrm>
            <a:prstGeom prst="rect">
              <a:avLst/>
            </a:prstGeom>
            <a:noFill/>
            <a:ln>
              <a:noFill/>
            </a:ln>
          </p:spPr>
        </p:pic>
        <p:pic>
          <p:nvPicPr>
            <p:cNvPr id="218" name="Google Shape;218;p32"/>
            <p:cNvPicPr preferRelativeResize="0"/>
            <p:nvPr/>
          </p:nvPicPr>
          <p:blipFill>
            <a:blip r:embed="rId3">
              <a:alphaModFix/>
            </a:blip>
            <a:stretch>
              <a:fillRect/>
            </a:stretch>
          </p:blipFill>
          <p:spPr>
            <a:xfrm>
              <a:off x="-362025" y="2362200"/>
              <a:ext cx="7886700" cy="2876550"/>
            </a:xfrm>
            <a:prstGeom prst="rect">
              <a:avLst/>
            </a:prstGeom>
            <a:noFill/>
            <a:ln>
              <a:noFill/>
            </a:ln>
          </p:spPr>
        </p:pic>
      </p:gr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1" name="Shape 219"/>
        <p:cNvGrpSpPr/>
        <p:nvPr/>
      </p:nvGrpSpPr>
      <p:grpSpPr>
        <a:xfrm>
          <a:off x="0" y="0"/>
          <a:ext cx="0" cy="0"/>
          <a:chOff x="0" y="0"/>
          <a:chExt cx="0" cy="0"/>
        </a:xfrm>
      </p:grpSpPr>
      <p:grpSp>
        <p:nvGrpSpPr>
          <p:cNvPr id="220" name="Google Shape;220;p33"/>
          <p:cNvGrpSpPr/>
          <p:nvPr/>
        </p:nvGrpSpPr>
        <p:grpSpPr>
          <a:xfrm>
            <a:off x="-76199" y="-268320"/>
            <a:ext cx="9363849" cy="5526120"/>
            <a:chOff x="-76199" y="-268320"/>
            <a:chExt cx="9363849" cy="5526120"/>
          </a:xfrm>
        </p:grpSpPr>
        <p:pic>
          <p:nvPicPr>
            <p:cNvPr id="221" name="Google Shape;221;p33"/>
            <p:cNvPicPr preferRelativeResize="0"/>
            <p:nvPr/>
          </p:nvPicPr>
          <p:blipFill>
            <a:blip r:embed="rId2">
              <a:alphaModFix/>
            </a:blip>
            <a:stretch>
              <a:fillRect/>
            </a:stretch>
          </p:blipFill>
          <p:spPr>
            <a:xfrm>
              <a:off x="-76199" y="114300"/>
              <a:ext cx="4487047" cy="5143500"/>
            </a:xfrm>
            <a:prstGeom prst="rect">
              <a:avLst/>
            </a:prstGeom>
            <a:noFill/>
            <a:ln>
              <a:noFill/>
            </a:ln>
          </p:spPr>
        </p:pic>
        <p:pic>
          <p:nvPicPr>
            <p:cNvPr id="222" name="Google Shape;222;p33"/>
            <p:cNvPicPr preferRelativeResize="0"/>
            <p:nvPr/>
          </p:nvPicPr>
          <p:blipFill>
            <a:blip r:embed="rId3">
              <a:alphaModFix/>
            </a:blip>
            <a:stretch>
              <a:fillRect/>
            </a:stretch>
          </p:blipFill>
          <p:spPr>
            <a:xfrm>
              <a:off x="6162600" y="-268320"/>
              <a:ext cx="3125050" cy="3198870"/>
            </a:xfrm>
            <a:prstGeom prst="rect">
              <a:avLst/>
            </a:prstGeom>
            <a:noFill/>
            <a:ln>
              <a:noFill/>
            </a:ln>
          </p:spPr>
        </p:pic>
      </p:grpSp>
    </p:spTree>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225" y="445025"/>
            <a:ext cx="7717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3100"/>
              <a:buFont typeface="Questrial"/>
              <a:buNone/>
              <a:defRPr sz="3100">
                <a:solidFill>
                  <a:schemeClr val="dk1"/>
                </a:solidFill>
                <a:latin typeface="Questrial"/>
                <a:ea typeface="Questrial"/>
                <a:cs typeface="Questrial"/>
                <a:sym typeface="Questrial"/>
              </a:defRPr>
            </a:lvl1pPr>
            <a:lvl2pPr lvl="1" rtl="0">
              <a:spcBef>
                <a:spcPts val="0"/>
              </a:spcBef>
              <a:spcAft>
                <a:spcPts val="0"/>
              </a:spcAft>
              <a:buClr>
                <a:schemeClr val="dk1"/>
              </a:buClr>
              <a:buSzPts val="3100"/>
              <a:buFont typeface="Questrial"/>
              <a:buNone/>
              <a:defRPr sz="3100">
                <a:solidFill>
                  <a:schemeClr val="dk1"/>
                </a:solidFill>
                <a:latin typeface="Questrial"/>
                <a:ea typeface="Questrial"/>
                <a:cs typeface="Questrial"/>
                <a:sym typeface="Questrial"/>
              </a:defRPr>
            </a:lvl2pPr>
            <a:lvl3pPr lvl="2" rtl="0">
              <a:spcBef>
                <a:spcPts val="0"/>
              </a:spcBef>
              <a:spcAft>
                <a:spcPts val="0"/>
              </a:spcAft>
              <a:buClr>
                <a:schemeClr val="dk1"/>
              </a:buClr>
              <a:buSzPts val="3100"/>
              <a:buFont typeface="Questrial"/>
              <a:buNone/>
              <a:defRPr sz="3100">
                <a:solidFill>
                  <a:schemeClr val="dk1"/>
                </a:solidFill>
                <a:latin typeface="Questrial"/>
                <a:ea typeface="Questrial"/>
                <a:cs typeface="Questrial"/>
                <a:sym typeface="Questrial"/>
              </a:defRPr>
            </a:lvl3pPr>
            <a:lvl4pPr lvl="3" rtl="0">
              <a:spcBef>
                <a:spcPts val="0"/>
              </a:spcBef>
              <a:spcAft>
                <a:spcPts val="0"/>
              </a:spcAft>
              <a:buClr>
                <a:schemeClr val="dk1"/>
              </a:buClr>
              <a:buSzPts val="3100"/>
              <a:buFont typeface="Questrial"/>
              <a:buNone/>
              <a:defRPr sz="3100">
                <a:solidFill>
                  <a:schemeClr val="dk1"/>
                </a:solidFill>
                <a:latin typeface="Questrial"/>
                <a:ea typeface="Questrial"/>
                <a:cs typeface="Questrial"/>
                <a:sym typeface="Questrial"/>
              </a:defRPr>
            </a:lvl4pPr>
            <a:lvl5pPr lvl="4" rtl="0">
              <a:spcBef>
                <a:spcPts val="0"/>
              </a:spcBef>
              <a:spcAft>
                <a:spcPts val="0"/>
              </a:spcAft>
              <a:buClr>
                <a:schemeClr val="dk1"/>
              </a:buClr>
              <a:buSzPts val="3100"/>
              <a:buFont typeface="Questrial"/>
              <a:buNone/>
              <a:defRPr sz="3100">
                <a:solidFill>
                  <a:schemeClr val="dk1"/>
                </a:solidFill>
                <a:latin typeface="Questrial"/>
                <a:ea typeface="Questrial"/>
                <a:cs typeface="Questrial"/>
                <a:sym typeface="Questrial"/>
              </a:defRPr>
            </a:lvl5pPr>
            <a:lvl6pPr lvl="5" rtl="0">
              <a:spcBef>
                <a:spcPts val="0"/>
              </a:spcBef>
              <a:spcAft>
                <a:spcPts val="0"/>
              </a:spcAft>
              <a:buClr>
                <a:schemeClr val="dk1"/>
              </a:buClr>
              <a:buSzPts val="3100"/>
              <a:buFont typeface="Questrial"/>
              <a:buNone/>
              <a:defRPr sz="3100">
                <a:solidFill>
                  <a:schemeClr val="dk1"/>
                </a:solidFill>
                <a:latin typeface="Questrial"/>
                <a:ea typeface="Questrial"/>
                <a:cs typeface="Questrial"/>
                <a:sym typeface="Questrial"/>
              </a:defRPr>
            </a:lvl6pPr>
            <a:lvl7pPr lvl="6" rtl="0">
              <a:spcBef>
                <a:spcPts val="0"/>
              </a:spcBef>
              <a:spcAft>
                <a:spcPts val="0"/>
              </a:spcAft>
              <a:buClr>
                <a:schemeClr val="dk1"/>
              </a:buClr>
              <a:buSzPts val="3100"/>
              <a:buFont typeface="Questrial"/>
              <a:buNone/>
              <a:defRPr sz="3100">
                <a:solidFill>
                  <a:schemeClr val="dk1"/>
                </a:solidFill>
                <a:latin typeface="Questrial"/>
                <a:ea typeface="Questrial"/>
                <a:cs typeface="Questrial"/>
                <a:sym typeface="Questrial"/>
              </a:defRPr>
            </a:lvl7pPr>
            <a:lvl8pPr lvl="7" rtl="0">
              <a:spcBef>
                <a:spcPts val="0"/>
              </a:spcBef>
              <a:spcAft>
                <a:spcPts val="0"/>
              </a:spcAft>
              <a:buClr>
                <a:schemeClr val="dk1"/>
              </a:buClr>
              <a:buSzPts val="3100"/>
              <a:buFont typeface="Questrial"/>
              <a:buNone/>
              <a:defRPr sz="3100">
                <a:solidFill>
                  <a:schemeClr val="dk1"/>
                </a:solidFill>
                <a:latin typeface="Questrial"/>
                <a:ea typeface="Questrial"/>
                <a:cs typeface="Questrial"/>
                <a:sym typeface="Questrial"/>
              </a:defRPr>
            </a:lvl8pPr>
            <a:lvl9pPr lvl="8" rtl="0">
              <a:spcBef>
                <a:spcPts val="0"/>
              </a:spcBef>
              <a:spcAft>
                <a:spcPts val="0"/>
              </a:spcAft>
              <a:buClr>
                <a:schemeClr val="dk1"/>
              </a:buClr>
              <a:buSzPts val="3100"/>
              <a:buFont typeface="Questrial"/>
              <a:buNone/>
              <a:defRPr sz="3100">
                <a:solidFill>
                  <a:schemeClr val="dk1"/>
                </a:solidFill>
                <a:latin typeface="Questrial"/>
                <a:ea typeface="Questrial"/>
                <a:cs typeface="Questrial"/>
                <a:sym typeface="Questrial"/>
              </a:defRPr>
            </a:lvl9pPr>
          </a:lstStyle>
          <a:p>
            <a:endParaRPr/>
          </a:p>
        </p:txBody>
      </p:sp>
      <p:sp>
        <p:nvSpPr>
          <p:cNvPr id="7" name="Google Shape;7;p1"/>
          <p:cNvSpPr txBox="1">
            <a:spLocks noGrp="1"/>
          </p:cNvSpPr>
          <p:nvPr>
            <p:ph type="body" idx="1"/>
          </p:nvPr>
        </p:nvSpPr>
        <p:spPr>
          <a:xfrm>
            <a:off x="713225" y="1152475"/>
            <a:ext cx="7717500" cy="3416400"/>
          </a:xfrm>
          <a:prstGeom prst="rect">
            <a:avLst/>
          </a:prstGeom>
          <a:noFill/>
          <a:ln>
            <a:noFill/>
          </a:ln>
        </p:spPr>
        <p:txBody>
          <a:bodyPr spcFirstLastPara="1" wrap="square" lIns="91425" tIns="91425" rIns="91425" bIns="91425" anchor="t" anchorCtr="0">
            <a:noAutofit/>
          </a:bodyPr>
          <a:lstStyle>
            <a:lvl1pPr marL="457200" lvl="0" indent="-317500">
              <a:lnSpc>
                <a:spcPct val="115000"/>
              </a:lnSpc>
              <a:spcBef>
                <a:spcPts val="0"/>
              </a:spcBef>
              <a:spcAft>
                <a:spcPts val="0"/>
              </a:spcAft>
              <a:buClr>
                <a:schemeClr val="dk1"/>
              </a:buClr>
              <a:buSzPts val="1400"/>
              <a:buFont typeface="Figtree"/>
              <a:buChar char="●"/>
              <a:defRPr>
                <a:solidFill>
                  <a:schemeClr val="dk1"/>
                </a:solidFill>
                <a:latin typeface="Figtree"/>
                <a:ea typeface="Figtree"/>
                <a:cs typeface="Figtree"/>
                <a:sym typeface="Figtree"/>
              </a:defRPr>
            </a:lvl1pPr>
            <a:lvl2pPr marL="914400" lvl="1" indent="-317500">
              <a:lnSpc>
                <a:spcPct val="115000"/>
              </a:lnSpc>
              <a:spcBef>
                <a:spcPts val="0"/>
              </a:spcBef>
              <a:spcAft>
                <a:spcPts val="0"/>
              </a:spcAft>
              <a:buClr>
                <a:schemeClr val="dk1"/>
              </a:buClr>
              <a:buSzPts val="1400"/>
              <a:buFont typeface="Figtree"/>
              <a:buChar char="○"/>
              <a:defRPr>
                <a:solidFill>
                  <a:schemeClr val="dk1"/>
                </a:solidFill>
                <a:latin typeface="Figtree"/>
                <a:ea typeface="Figtree"/>
                <a:cs typeface="Figtree"/>
                <a:sym typeface="Figtree"/>
              </a:defRPr>
            </a:lvl2pPr>
            <a:lvl3pPr marL="1371600" lvl="2" indent="-317500">
              <a:lnSpc>
                <a:spcPct val="115000"/>
              </a:lnSpc>
              <a:spcBef>
                <a:spcPts val="0"/>
              </a:spcBef>
              <a:spcAft>
                <a:spcPts val="0"/>
              </a:spcAft>
              <a:buClr>
                <a:schemeClr val="dk1"/>
              </a:buClr>
              <a:buSzPts val="1400"/>
              <a:buFont typeface="Figtree"/>
              <a:buChar char="■"/>
              <a:defRPr>
                <a:solidFill>
                  <a:schemeClr val="dk1"/>
                </a:solidFill>
                <a:latin typeface="Figtree"/>
                <a:ea typeface="Figtree"/>
                <a:cs typeface="Figtree"/>
                <a:sym typeface="Figtree"/>
              </a:defRPr>
            </a:lvl3pPr>
            <a:lvl4pPr marL="1828800" lvl="3" indent="-317500">
              <a:lnSpc>
                <a:spcPct val="115000"/>
              </a:lnSpc>
              <a:spcBef>
                <a:spcPts val="0"/>
              </a:spcBef>
              <a:spcAft>
                <a:spcPts val="0"/>
              </a:spcAft>
              <a:buClr>
                <a:schemeClr val="dk1"/>
              </a:buClr>
              <a:buSzPts val="1400"/>
              <a:buFont typeface="Figtree"/>
              <a:buChar char="●"/>
              <a:defRPr>
                <a:solidFill>
                  <a:schemeClr val="dk1"/>
                </a:solidFill>
                <a:latin typeface="Figtree"/>
                <a:ea typeface="Figtree"/>
                <a:cs typeface="Figtree"/>
                <a:sym typeface="Figtree"/>
              </a:defRPr>
            </a:lvl4pPr>
            <a:lvl5pPr marL="2286000" lvl="4" indent="-317500">
              <a:lnSpc>
                <a:spcPct val="115000"/>
              </a:lnSpc>
              <a:spcBef>
                <a:spcPts val="0"/>
              </a:spcBef>
              <a:spcAft>
                <a:spcPts val="0"/>
              </a:spcAft>
              <a:buClr>
                <a:schemeClr val="dk1"/>
              </a:buClr>
              <a:buSzPts val="1400"/>
              <a:buFont typeface="Figtree"/>
              <a:buChar char="○"/>
              <a:defRPr>
                <a:solidFill>
                  <a:schemeClr val="dk1"/>
                </a:solidFill>
                <a:latin typeface="Figtree"/>
                <a:ea typeface="Figtree"/>
                <a:cs typeface="Figtree"/>
                <a:sym typeface="Figtree"/>
              </a:defRPr>
            </a:lvl5pPr>
            <a:lvl6pPr marL="2743200" lvl="5" indent="-317500">
              <a:lnSpc>
                <a:spcPct val="115000"/>
              </a:lnSpc>
              <a:spcBef>
                <a:spcPts val="0"/>
              </a:spcBef>
              <a:spcAft>
                <a:spcPts val="0"/>
              </a:spcAft>
              <a:buClr>
                <a:schemeClr val="dk1"/>
              </a:buClr>
              <a:buSzPts val="1400"/>
              <a:buFont typeface="Figtree"/>
              <a:buChar char="■"/>
              <a:defRPr>
                <a:solidFill>
                  <a:schemeClr val="dk1"/>
                </a:solidFill>
                <a:latin typeface="Figtree"/>
                <a:ea typeface="Figtree"/>
                <a:cs typeface="Figtree"/>
                <a:sym typeface="Figtree"/>
              </a:defRPr>
            </a:lvl6pPr>
            <a:lvl7pPr marL="3200400" lvl="6" indent="-317500">
              <a:lnSpc>
                <a:spcPct val="115000"/>
              </a:lnSpc>
              <a:spcBef>
                <a:spcPts val="0"/>
              </a:spcBef>
              <a:spcAft>
                <a:spcPts val="0"/>
              </a:spcAft>
              <a:buClr>
                <a:schemeClr val="dk1"/>
              </a:buClr>
              <a:buSzPts val="1400"/>
              <a:buFont typeface="Figtree"/>
              <a:buChar char="●"/>
              <a:defRPr>
                <a:solidFill>
                  <a:schemeClr val="dk1"/>
                </a:solidFill>
                <a:latin typeface="Figtree"/>
                <a:ea typeface="Figtree"/>
                <a:cs typeface="Figtree"/>
                <a:sym typeface="Figtree"/>
              </a:defRPr>
            </a:lvl7pPr>
            <a:lvl8pPr marL="3657600" lvl="7" indent="-317500">
              <a:lnSpc>
                <a:spcPct val="115000"/>
              </a:lnSpc>
              <a:spcBef>
                <a:spcPts val="0"/>
              </a:spcBef>
              <a:spcAft>
                <a:spcPts val="0"/>
              </a:spcAft>
              <a:buClr>
                <a:schemeClr val="dk1"/>
              </a:buClr>
              <a:buSzPts val="1400"/>
              <a:buFont typeface="Figtree"/>
              <a:buChar char="○"/>
              <a:defRPr>
                <a:solidFill>
                  <a:schemeClr val="dk1"/>
                </a:solidFill>
                <a:latin typeface="Figtree"/>
                <a:ea typeface="Figtree"/>
                <a:cs typeface="Figtree"/>
                <a:sym typeface="Figtree"/>
              </a:defRPr>
            </a:lvl8pPr>
            <a:lvl9pPr marL="4114800" lvl="8" indent="-317500">
              <a:lnSpc>
                <a:spcPct val="115000"/>
              </a:lnSpc>
              <a:spcBef>
                <a:spcPts val="0"/>
              </a:spcBef>
              <a:spcAft>
                <a:spcPts val="0"/>
              </a:spcAft>
              <a:buClr>
                <a:schemeClr val="dk1"/>
              </a:buClr>
              <a:buSzPts val="1400"/>
              <a:buFont typeface="Figtree"/>
              <a:buChar char="■"/>
              <a:defRPr>
                <a:solidFill>
                  <a:schemeClr val="dk1"/>
                </a:solidFill>
                <a:latin typeface="Figtree"/>
                <a:ea typeface="Figtree"/>
                <a:cs typeface="Figtree"/>
                <a:sym typeface="Figtree"/>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3.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26"/>
        <p:cNvGrpSpPr/>
        <p:nvPr/>
      </p:nvGrpSpPr>
      <p:grpSpPr>
        <a:xfrm>
          <a:off x="0" y="0"/>
          <a:ext cx="0" cy="0"/>
          <a:chOff x="0" y="0"/>
          <a:chExt cx="0" cy="0"/>
        </a:xfrm>
      </p:grpSpPr>
      <p:sp>
        <p:nvSpPr>
          <p:cNvPr id="227" name="Google Shape;227;p34"/>
          <p:cNvSpPr txBox="1">
            <a:spLocks noGrp="1"/>
          </p:cNvSpPr>
          <p:nvPr>
            <p:ph type="ctrTitle"/>
          </p:nvPr>
        </p:nvSpPr>
        <p:spPr>
          <a:xfrm>
            <a:off x="713225" y="402925"/>
            <a:ext cx="6442800" cy="1858800"/>
          </a:xfrm>
          <a:prstGeom prst="rect">
            <a:avLst/>
          </a:prstGeom>
        </p:spPr>
        <p:txBody>
          <a:bodyPr spcFirstLastPara="1" wrap="square" lIns="91425" tIns="91425" rIns="91425" bIns="91425" anchor="b" anchorCtr="0">
            <a:noAutofit/>
          </a:bodyPr>
          <a:lstStyle/>
          <a:p>
            <a:pPr marL="0" lvl="0" indent="0" algn="l" rtl="0">
              <a:lnSpc>
                <a:spcPct val="115000"/>
              </a:lnSpc>
              <a:spcBef>
                <a:spcPts val="2400"/>
              </a:spcBef>
              <a:spcAft>
                <a:spcPts val="600"/>
              </a:spcAft>
              <a:buNone/>
            </a:pPr>
            <a:r>
              <a:rPr lang="en" sz="3000">
                <a:solidFill>
                  <a:srgbClr val="000000"/>
                </a:solidFill>
              </a:rPr>
              <a:t>Binary Ocular Disease Classification Using ODIR-5K</a:t>
            </a:r>
            <a:endParaRPr sz="4900"/>
          </a:p>
        </p:txBody>
      </p:sp>
      <p:sp>
        <p:nvSpPr>
          <p:cNvPr id="228" name="Google Shape;228;p34"/>
          <p:cNvSpPr txBox="1">
            <a:spLocks noGrp="1"/>
          </p:cNvSpPr>
          <p:nvPr>
            <p:ph type="subTitle" idx="1"/>
          </p:nvPr>
        </p:nvSpPr>
        <p:spPr>
          <a:xfrm>
            <a:off x="713225" y="2304301"/>
            <a:ext cx="4463700" cy="785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TEAM PHOENIX</a:t>
            </a:r>
            <a:endParaRPr/>
          </a:p>
          <a:p>
            <a:pPr marL="0" lvl="0" indent="0" algn="l" rtl="0">
              <a:spcBef>
                <a:spcPts val="0"/>
              </a:spcBef>
              <a:spcAft>
                <a:spcPts val="0"/>
              </a:spcAft>
              <a:buNone/>
            </a:pPr>
            <a:r>
              <a:rPr lang="en"/>
              <a:t>BITS Pilani Hyderabad Campus</a:t>
            </a:r>
            <a:endParaRPr/>
          </a:p>
        </p:txBody>
      </p:sp>
      <p:pic>
        <p:nvPicPr>
          <p:cNvPr id="229" name="Google Shape;229;p34"/>
          <p:cNvPicPr preferRelativeResize="0"/>
          <p:nvPr/>
        </p:nvPicPr>
        <p:blipFill>
          <a:blip r:embed="rId3">
            <a:alphaModFix/>
          </a:blip>
          <a:stretch>
            <a:fillRect/>
          </a:stretch>
        </p:blipFill>
        <p:spPr>
          <a:xfrm>
            <a:off x="-374496" y="3486729"/>
            <a:ext cx="10011250" cy="1858736"/>
          </a:xfrm>
          <a:prstGeom prst="rect">
            <a:avLst/>
          </a:prstGeom>
          <a:noFill/>
          <a:ln>
            <a:noFill/>
          </a:ln>
        </p:spPr>
      </p:pic>
      <p:pic>
        <p:nvPicPr>
          <p:cNvPr id="230" name="Google Shape;230;p34"/>
          <p:cNvPicPr preferRelativeResize="0"/>
          <p:nvPr/>
        </p:nvPicPr>
        <p:blipFill>
          <a:blip r:embed="rId4">
            <a:alphaModFix/>
          </a:blip>
          <a:stretch>
            <a:fillRect/>
          </a:stretch>
        </p:blipFill>
        <p:spPr>
          <a:xfrm>
            <a:off x="4884425" y="1907050"/>
            <a:ext cx="4259574" cy="23893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34"/>
        <p:cNvGrpSpPr/>
        <p:nvPr/>
      </p:nvGrpSpPr>
      <p:grpSpPr>
        <a:xfrm>
          <a:off x="0" y="0"/>
          <a:ext cx="0" cy="0"/>
          <a:chOff x="0" y="0"/>
          <a:chExt cx="0" cy="0"/>
        </a:xfrm>
      </p:grpSpPr>
      <p:pic>
        <p:nvPicPr>
          <p:cNvPr id="235" name="Google Shape;235;p35"/>
          <p:cNvPicPr preferRelativeResize="0"/>
          <p:nvPr/>
        </p:nvPicPr>
        <p:blipFill>
          <a:blip r:embed="rId3">
            <a:alphaModFix/>
          </a:blip>
          <a:stretch>
            <a:fillRect/>
          </a:stretch>
        </p:blipFill>
        <p:spPr>
          <a:xfrm rot="5400000" flipH="1">
            <a:off x="229738" y="972688"/>
            <a:ext cx="3922025" cy="4495800"/>
          </a:xfrm>
          <a:prstGeom prst="rect">
            <a:avLst/>
          </a:prstGeom>
          <a:noFill/>
          <a:ln>
            <a:noFill/>
          </a:ln>
        </p:spPr>
      </p:pic>
      <p:pic>
        <p:nvPicPr>
          <p:cNvPr id="236" name="Google Shape;236;p35"/>
          <p:cNvPicPr preferRelativeResize="0"/>
          <p:nvPr/>
        </p:nvPicPr>
        <p:blipFill rotWithShape="1">
          <a:blip r:embed="rId4">
            <a:alphaModFix/>
          </a:blip>
          <a:srcRect t="12943" b="10382"/>
          <a:stretch/>
        </p:blipFill>
        <p:spPr>
          <a:xfrm>
            <a:off x="6400800" y="-114300"/>
            <a:ext cx="2943900" cy="2310600"/>
          </a:xfrm>
          <a:prstGeom prst="rect">
            <a:avLst/>
          </a:prstGeom>
          <a:noFill/>
          <a:ln>
            <a:noFill/>
          </a:ln>
        </p:spPr>
      </p:pic>
      <p:sp>
        <p:nvSpPr>
          <p:cNvPr id="237" name="Google Shape;237;p35"/>
          <p:cNvSpPr txBox="1">
            <a:spLocks noGrp="1"/>
          </p:cNvSpPr>
          <p:nvPr>
            <p:ph type="title"/>
          </p:nvPr>
        </p:nvSpPr>
        <p:spPr>
          <a:xfrm>
            <a:off x="2340900" y="788075"/>
            <a:ext cx="5759700" cy="1291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Executive Summary &amp; Clinical Objective </a:t>
            </a:r>
            <a:endParaRPr/>
          </a:p>
        </p:txBody>
      </p:sp>
      <p:sp>
        <p:nvSpPr>
          <p:cNvPr id="238" name="Google Shape;238;p35"/>
          <p:cNvSpPr txBox="1">
            <a:spLocks noGrp="1"/>
          </p:cNvSpPr>
          <p:nvPr>
            <p:ph type="title" idx="2"/>
          </p:nvPr>
        </p:nvSpPr>
        <p:spPr>
          <a:xfrm>
            <a:off x="713225" y="788075"/>
            <a:ext cx="1394100" cy="1291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01</a:t>
            </a:r>
            <a:endParaRPr/>
          </a:p>
        </p:txBody>
      </p:sp>
      <p:sp>
        <p:nvSpPr>
          <p:cNvPr id="239" name="Google Shape;239;p35"/>
          <p:cNvSpPr txBox="1"/>
          <p:nvPr/>
        </p:nvSpPr>
        <p:spPr>
          <a:xfrm>
            <a:off x="1993800" y="2640950"/>
            <a:ext cx="6508800" cy="213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b="1">
                <a:latin typeface="Questrial"/>
                <a:ea typeface="Questrial"/>
                <a:cs typeface="Questrial"/>
                <a:sym typeface="Questrial"/>
              </a:rPr>
              <a:t>Goal:</a:t>
            </a:r>
            <a:r>
              <a:rPr lang="en">
                <a:latin typeface="Questrial"/>
                <a:ea typeface="Questrial"/>
                <a:cs typeface="Questrial"/>
                <a:sym typeface="Questrial"/>
              </a:rPr>
              <a:t> Automated binary classification of fundus images into Healthy vs. Defective categories using deep transfer learning.</a:t>
            </a:r>
            <a:endParaRPr>
              <a:latin typeface="Questrial"/>
              <a:ea typeface="Questrial"/>
              <a:cs typeface="Questrial"/>
              <a:sym typeface="Questrial"/>
            </a:endParaRPr>
          </a:p>
          <a:p>
            <a:pPr marL="0" lvl="0" indent="0" algn="l" rtl="0">
              <a:spcBef>
                <a:spcPts val="0"/>
              </a:spcBef>
              <a:spcAft>
                <a:spcPts val="0"/>
              </a:spcAft>
              <a:buNone/>
            </a:pPr>
            <a:r>
              <a:rPr lang="en" b="1">
                <a:latin typeface="Questrial"/>
                <a:ea typeface="Questrial"/>
                <a:cs typeface="Questrial"/>
                <a:sym typeface="Questrial"/>
              </a:rPr>
              <a:t>Core Challenge:</a:t>
            </a:r>
            <a:r>
              <a:rPr lang="en">
                <a:latin typeface="Questrial"/>
                <a:ea typeface="Questrial"/>
                <a:cs typeface="Questrial"/>
                <a:sym typeface="Questrial"/>
              </a:rPr>
              <a:t> Diagnosing retinal pathologies from unstandardized clinical notes while handling class imbalance and preventing data leakage.</a:t>
            </a:r>
            <a:endParaRPr>
              <a:latin typeface="Questrial"/>
              <a:ea typeface="Questrial"/>
              <a:cs typeface="Questrial"/>
              <a:sym typeface="Questrial"/>
            </a:endParaRPr>
          </a:p>
          <a:p>
            <a:pPr marL="0" lvl="0" indent="0" algn="l" rtl="0">
              <a:spcBef>
                <a:spcPts val="0"/>
              </a:spcBef>
              <a:spcAft>
                <a:spcPts val="0"/>
              </a:spcAft>
              <a:buNone/>
            </a:pPr>
            <a:r>
              <a:rPr lang="en" b="1">
                <a:latin typeface="Questrial"/>
                <a:ea typeface="Questrial"/>
                <a:cs typeface="Questrial"/>
                <a:sym typeface="Questrial"/>
              </a:rPr>
              <a:t>Solution Architecture:</a:t>
            </a:r>
            <a:r>
              <a:rPr lang="en">
                <a:latin typeface="Questrial"/>
                <a:ea typeface="Questrial"/>
                <a:cs typeface="Questrial"/>
                <a:sym typeface="Questrial"/>
              </a:rPr>
              <a:t> An end-to-end medical imaging pipeline combining CLAHE enhancement, patient-stratified data splits, EfficientNetV2S feature extraction, and Test-Time Augmentation (TT</a:t>
            </a:r>
            <a:r>
              <a:rPr lang="en" sz="1100">
                <a:latin typeface="Questrial"/>
                <a:ea typeface="Questrial"/>
                <a:cs typeface="Questrial"/>
                <a:sym typeface="Questrial"/>
              </a:rPr>
              <a:t>A).</a:t>
            </a:r>
            <a:endParaRPr sz="1100">
              <a:latin typeface="Questrial"/>
              <a:ea typeface="Questrial"/>
              <a:cs typeface="Questrial"/>
              <a:sym typeface="Questrial"/>
            </a:endParaRPr>
          </a:p>
          <a:p>
            <a:pPr marL="0" lvl="0" indent="0" algn="l" rtl="0">
              <a:spcBef>
                <a:spcPts val="0"/>
              </a:spcBef>
              <a:spcAft>
                <a:spcPts val="0"/>
              </a:spcAft>
              <a:buNone/>
            </a:pPr>
            <a:endParaRPr>
              <a:solidFill>
                <a:schemeClr val="dk1"/>
              </a:solidFill>
              <a:latin typeface="Figtree"/>
              <a:ea typeface="Figtree"/>
              <a:cs typeface="Figtree"/>
              <a:sym typeface="Figtree"/>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43"/>
        <p:cNvGrpSpPr/>
        <p:nvPr/>
      </p:nvGrpSpPr>
      <p:grpSpPr>
        <a:xfrm>
          <a:off x="0" y="0"/>
          <a:ext cx="0" cy="0"/>
          <a:chOff x="0" y="0"/>
          <a:chExt cx="0" cy="0"/>
        </a:xfrm>
      </p:grpSpPr>
      <p:pic>
        <p:nvPicPr>
          <p:cNvPr id="244" name="Google Shape;244;p36"/>
          <p:cNvPicPr preferRelativeResize="0"/>
          <p:nvPr/>
        </p:nvPicPr>
        <p:blipFill>
          <a:blip r:embed="rId3">
            <a:alphaModFix/>
          </a:blip>
          <a:stretch>
            <a:fillRect/>
          </a:stretch>
        </p:blipFill>
        <p:spPr>
          <a:xfrm rot="5400000" flipH="1">
            <a:off x="229738" y="972688"/>
            <a:ext cx="3922025" cy="4495800"/>
          </a:xfrm>
          <a:prstGeom prst="rect">
            <a:avLst/>
          </a:prstGeom>
          <a:noFill/>
          <a:ln>
            <a:noFill/>
          </a:ln>
        </p:spPr>
      </p:pic>
      <p:pic>
        <p:nvPicPr>
          <p:cNvPr id="245" name="Google Shape;245;p36"/>
          <p:cNvPicPr preferRelativeResize="0"/>
          <p:nvPr/>
        </p:nvPicPr>
        <p:blipFill rotWithShape="1">
          <a:blip r:embed="rId4">
            <a:alphaModFix/>
          </a:blip>
          <a:srcRect t="12943" b="10382"/>
          <a:stretch/>
        </p:blipFill>
        <p:spPr>
          <a:xfrm>
            <a:off x="6400800" y="-114300"/>
            <a:ext cx="2943900" cy="2310600"/>
          </a:xfrm>
          <a:prstGeom prst="rect">
            <a:avLst/>
          </a:prstGeom>
          <a:noFill/>
          <a:ln>
            <a:noFill/>
          </a:ln>
        </p:spPr>
      </p:pic>
      <p:sp>
        <p:nvSpPr>
          <p:cNvPr id="246" name="Google Shape;246;p36"/>
          <p:cNvSpPr txBox="1">
            <a:spLocks noGrp="1"/>
          </p:cNvSpPr>
          <p:nvPr>
            <p:ph type="title"/>
          </p:nvPr>
        </p:nvSpPr>
        <p:spPr>
          <a:xfrm>
            <a:off x="2340900" y="788075"/>
            <a:ext cx="5666100" cy="1291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Data Engineering &amp; Preprocessing Pipeline </a:t>
            </a:r>
            <a:endParaRPr/>
          </a:p>
        </p:txBody>
      </p:sp>
      <p:sp>
        <p:nvSpPr>
          <p:cNvPr id="247" name="Google Shape;247;p36"/>
          <p:cNvSpPr txBox="1">
            <a:spLocks noGrp="1"/>
          </p:cNvSpPr>
          <p:nvPr>
            <p:ph type="title" idx="2"/>
          </p:nvPr>
        </p:nvSpPr>
        <p:spPr>
          <a:xfrm>
            <a:off x="713225" y="788075"/>
            <a:ext cx="1394100" cy="1291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02</a:t>
            </a:r>
            <a:endParaRPr/>
          </a:p>
        </p:txBody>
      </p:sp>
      <p:sp>
        <p:nvSpPr>
          <p:cNvPr id="248" name="Google Shape;248;p36"/>
          <p:cNvSpPr txBox="1"/>
          <p:nvPr/>
        </p:nvSpPr>
        <p:spPr>
          <a:xfrm>
            <a:off x="1984450" y="2351050"/>
            <a:ext cx="6508800" cy="213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b="1">
                <a:latin typeface="Questrial"/>
                <a:ea typeface="Questrial"/>
                <a:cs typeface="Questrial"/>
                <a:sym typeface="Questrial"/>
              </a:rPr>
              <a:t>Ground Truth Extraction:</a:t>
            </a:r>
            <a:r>
              <a:rPr lang="en">
                <a:latin typeface="Questrial"/>
                <a:ea typeface="Questrial"/>
                <a:cs typeface="Questrial"/>
                <a:sym typeface="Questrial"/>
              </a:rPr>
              <a:t> Processed free-text diagnostic notes into structured binary labels using targeted regular expressions.</a:t>
            </a:r>
            <a:endParaRPr>
              <a:latin typeface="Questrial"/>
              <a:ea typeface="Questrial"/>
              <a:cs typeface="Questrial"/>
              <a:sym typeface="Questrial"/>
            </a:endParaRPr>
          </a:p>
          <a:p>
            <a:pPr marL="0" lvl="0" indent="0" algn="l" rtl="0">
              <a:spcBef>
                <a:spcPts val="0"/>
              </a:spcBef>
              <a:spcAft>
                <a:spcPts val="0"/>
              </a:spcAft>
              <a:buNone/>
            </a:pPr>
            <a:r>
              <a:rPr lang="en" b="1">
                <a:latin typeface="Questrial"/>
                <a:ea typeface="Questrial"/>
                <a:cs typeface="Questrial"/>
                <a:sym typeface="Questrial"/>
              </a:rPr>
              <a:t>Patient-Level Splitting:</a:t>
            </a:r>
            <a:r>
              <a:rPr lang="en">
                <a:latin typeface="Questrial"/>
                <a:ea typeface="Questrial"/>
                <a:cs typeface="Questrial"/>
                <a:sym typeface="Questrial"/>
              </a:rPr>
              <a:t> Implemented a 70/15/15 train/validation/test split grouped strictly by </a:t>
            </a:r>
            <a:r>
              <a:rPr lang="en">
                <a:solidFill>
                  <a:srgbClr val="188038"/>
                </a:solidFill>
                <a:latin typeface="Questrial"/>
                <a:ea typeface="Questrial"/>
                <a:cs typeface="Questrial"/>
                <a:sym typeface="Questrial"/>
              </a:rPr>
              <a:t>Patient_ID</a:t>
            </a:r>
            <a:r>
              <a:rPr lang="en">
                <a:latin typeface="Questrial"/>
                <a:ea typeface="Questrial"/>
                <a:cs typeface="Questrial"/>
                <a:sym typeface="Questrial"/>
              </a:rPr>
              <a:t> to eliminate inter-eye data leakage.</a:t>
            </a:r>
            <a:endParaRPr>
              <a:latin typeface="Questrial"/>
              <a:ea typeface="Questrial"/>
              <a:cs typeface="Questrial"/>
              <a:sym typeface="Questrial"/>
            </a:endParaRPr>
          </a:p>
          <a:p>
            <a:pPr marL="0" lvl="0" indent="0" algn="l" rtl="0">
              <a:spcBef>
                <a:spcPts val="0"/>
              </a:spcBef>
              <a:spcAft>
                <a:spcPts val="0"/>
              </a:spcAft>
              <a:buNone/>
            </a:pPr>
            <a:r>
              <a:rPr lang="en" b="1">
                <a:latin typeface="Questrial"/>
                <a:ea typeface="Questrial"/>
                <a:cs typeface="Questrial"/>
                <a:sym typeface="Questrial"/>
              </a:rPr>
              <a:t>Image Contrast Enhancement:</a:t>
            </a:r>
            <a:r>
              <a:rPr lang="en">
                <a:latin typeface="Questrial"/>
                <a:ea typeface="Questrial"/>
                <a:cs typeface="Questrial"/>
                <a:sym typeface="Questrial"/>
              </a:rPr>
              <a:t> Auto-cropped black borders, converted images to LAB color space, and applied CLAHE on the L-channel at 384x384 resolution.</a:t>
            </a:r>
            <a:endParaRPr>
              <a:latin typeface="Questrial"/>
              <a:ea typeface="Questrial"/>
              <a:cs typeface="Questrial"/>
              <a:sym typeface="Questrial"/>
            </a:endParaRPr>
          </a:p>
          <a:p>
            <a:pPr marL="0" lvl="0" indent="0" algn="l" rtl="0">
              <a:spcBef>
                <a:spcPts val="0"/>
              </a:spcBef>
              <a:spcAft>
                <a:spcPts val="0"/>
              </a:spcAft>
              <a:buNone/>
            </a:pPr>
            <a:r>
              <a:rPr lang="en" b="1">
                <a:latin typeface="Questrial"/>
                <a:ea typeface="Questrial"/>
                <a:cs typeface="Questrial"/>
                <a:sym typeface="Questrial"/>
              </a:rPr>
              <a:t>Performance Optimization:</a:t>
            </a:r>
            <a:r>
              <a:rPr lang="en">
                <a:latin typeface="Questrial"/>
                <a:ea typeface="Questrial"/>
                <a:cs typeface="Questrial"/>
                <a:sym typeface="Questrial"/>
              </a:rPr>
              <a:t> Utilized </a:t>
            </a:r>
            <a:r>
              <a:rPr lang="en">
                <a:solidFill>
                  <a:srgbClr val="188038"/>
                </a:solidFill>
                <a:latin typeface="Questrial"/>
                <a:ea typeface="Questrial"/>
                <a:cs typeface="Questrial"/>
                <a:sym typeface="Questrial"/>
              </a:rPr>
              <a:t>ThreadPoolExecutor</a:t>
            </a:r>
            <a:r>
              <a:rPr lang="en">
                <a:latin typeface="Questrial"/>
                <a:ea typeface="Questrial"/>
                <a:cs typeface="Questrial"/>
                <a:sym typeface="Questrial"/>
              </a:rPr>
              <a:t> and disk caching to remove CPU input bottlenecks during training execution.</a:t>
            </a:r>
            <a:endParaRPr>
              <a:latin typeface="Questrial"/>
              <a:ea typeface="Questrial"/>
              <a:cs typeface="Questrial"/>
              <a:sym typeface="Questrial"/>
            </a:endParaRPr>
          </a:p>
          <a:p>
            <a:pPr marL="0" lvl="0" indent="0" algn="l" rtl="0">
              <a:spcBef>
                <a:spcPts val="0"/>
              </a:spcBef>
              <a:spcAft>
                <a:spcPts val="0"/>
              </a:spcAft>
              <a:buNone/>
            </a:pPr>
            <a:endParaRPr sz="1100" b="1">
              <a:latin typeface="Questrial"/>
              <a:ea typeface="Questrial"/>
              <a:cs typeface="Questrial"/>
              <a:sym typeface="Quest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52"/>
        <p:cNvGrpSpPr/>
        <p:nvPr/>
      </p:nvGrpSpPr>
      <p:grpSpPr>
        <a:xfrm>
          <a:off x="0" y="0"/>
          <a:ext cx="0" cy="0"/>
          <a:chOff x="0" y="0"/>
          <a:chExt cx="0" cy="0"/>
        </a:xfrm>
      </p:grpSpPr>
      <p:pic>
        <p:nvPicPr>
          <p:cNvPr id="253" name="Google Shape;253;p37"/>
          <p:cNvPicPr preferRelativeResize="0"/>
          <p:nvPr/>
        </p:nvPicPr>
        <p:blipFill>
          <a:blip r:embed="rId3">
            <a:alphaModFix/>
          </a:blip>
          <a:stretch>
            <a:fillRect/>
          </a:stretch>
        </p:blipFill>
        <p:spPr>
          <a:xfrm rot="5400000" flipH="1">
            <a:off x="229738" y="972688"/>
            <a:ext cx="3922025" cy="4495800"/>
          </a:xfrm>
          <a:prstGeom prst="rect">
            <a:avLst/>
          </a:prstGeom>
          <a:noFill/>
          <a:ln>
            <a:noFill/>
          </a:ln>
        </p:spPr>
      </p:pic>
      <p:pic>
        <p:nvPicPr>
          <p:cNvPr id="254" name="Google Shape;254;p37"/>
          <p:cNvPicPr preferRelativeResize="0"/>
          <p:nvPr/>
        </p:nvPicPr>
        <p:blipFill rotWithShape="1">
          <a:blip r:embed="rId4">
            <a:alphaModFix/>
          </a:blip>
          <a:srcRect t="12943" b="10382"/>
          <a:stretch/>
        </p:blipFill>
        <p:spPr>
          <a:xfrm>
            <a:off x="6400800" y="-114300"/>
            <a:ext cx="2943900" cy="2310600"/>
          </a:xfrm>
          <a:prstGeom prst="rect">
            <a:avLst/>
          </a:prstGeom>
          <a:noFill/>
          <a:ln>
            <a:noFill/>
          </a:ln>
        </p:spPr>
      </p:pic>
      <p:sp>
        <p:nvSpPr>
          <p:cNvPr id="255" name="Google Shape;255;p37"/>
          <p:cNvSpPr txBox="1">
            <a:spLocks noGrp="1"/>
          </p:cNvSpPr>
          <p:nvPr>
            <p:ph type="title"/>
          </p:nvPr>
        </p:nvSpPr>
        <p:spPr>
          <a:xfrm>
            <a:off x="2340900" y="788075"/>
            <a:ext cx="5993400" cy="1291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Network Architecture &amp; Two-Phase Training </a:t>
            </a:r>
            <a:endParaRPr/>
          </a:p>
        </p:txBody>
      </p:sp>
      <p:sp>
        <p:nvSpPr>
          <p:cNvPr id="256" name="Google Shape;256;p37"/>
          <p:cNvSpPr txBox="1">
            <a:spLocks noGrp="1"/>
          </p:cNvSpPr>
          <p:nvPr>
            <p:ph type="title" idx="2"/>
          </p:nvPr>
        </p:nvSpPr>
        <p:spPr>
          <a:xfrm>
            <a:off x="713225" y="788075"/>
            <a:ext cx="1394100" cy="1291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03</a:t>
            </a:r>
            <a:endParaRPr/>
          </a:p>
        </p:txBody>
      </p:sp>
      <p:sp>
        <p:nvSpPr>
          <p:cNvPr id="257" name="Google Shape;257;p37"/>
          <p:cNvSpPr txBox="1"/>
          <p:nvPr/>
        </p:nvSpPr>
        <p:spPr>
          <a:xfrm>
            <a:off x="2059250" y="2196300"/>
            <a:ext cx="6508800" cy="2375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b="1">
                <a:latin typeface="Questrial"/>
                <a:ea typeface="Questrial"/>
                <a:cs typeface="Questrial"/>
                <a:sym typeface="Questrial"/>
              </a:rPr>
              <a:t>Model Backbone:</a:t>
            </a:r>
            <a:r>
              <a:rPr lang="en">
                <a:latin typeface="Questrial"/>
                <a:ea typeface="Questrial"/>
                <a:cs typeface="Questrial"/>
                <a:sym typeface="Questrial"/>
              </a:rPr>
              <a:t> </a:t>
            </a:r>
            <a:r>
              <a:rPr lang="en">
                <a:solidFill>
                  <a:srgbClr val="188038"/>
                </a:solidFill>
                <a:latin typeface="Questrial"/>
                <a:ea typeface="Questrial"/>
                <a:cs typeface="Questrial"/>
                <a:sym typeface="Questrial"/>
              </a:rPr>
              <a:t>EfficientNetV2S</a:t>
            </a:r>
            <a:r>
              <a:rPr lang="en">
                <a:latin typeface="Questrial"/>
                <a:ea typeface="Questrial"/>
                <a:cs typeface="Questrial"/>
                <a:sym typeface="Questrial"/>
              </a:rPr>
              <a:t> initialized with ImageNet weights, powered by TensorFlow's </a:t>
            </a:r>
            <a:r>
              <a:rPr lang="en">
                <a:solidFill>
                  <a:srgbClr val="188038"/>
                </a:solidFill>
                <a:latin typeface="Questrial"/>
                <a:ea typeface="Questrial"/>
                <a:cs typeface="Questrial"/>
                <a:sym typeface="Questrial"/>
              </a:rPr>
              <a:t>MirroredStrategy</a:t>
            </a:r>
            <a:r>
              <a:rPr lang="en">
                <a:latin typeface="Questrial"/>
                <a:ea typeface="Questrial"/>
                <a:cs typeface="Questrial"/>
                <a:sym typeface="Questrial"/>
              </a:rPr>
              <a:t> and </a:t>
            </a:r>
            <a:r>
              <a:rPr lang="en">
                <a:solidFill>
                  <a:srgbClr val="188038"/>
                </a:solidFill>
                <a:latin typeface="Questrial"/>
                <a:ea typeface="Questrial"/>
                <a:cs typeface="Questrial"/>
                <a:sym typeface="Questrial"/>
              </a:rPr>
              <a:t>mixed_float16</a:t>
            </a:r>
            <a:r>
              <a:rPr lang="en">
                <a:latin typeface="Questrial"/>
                <a:ea typeface="Questrial"/>
                <a:cs typeface="Questrial"/>
                <a:sym typeface="Questrial"/>
              </a:rPr>
              <a:t> precision.</a:t>
            </a:r>
            <a:endParaRPr>
              <a:latin typeface="Questrial"/>
              <a:ea typeface="Questrial"/>
              <a:cs typeface="Questrial"/>
              <a:sym typeface="Questrial"/>
            </a:endParaRPr>
          </a:p>
          <a:p>
            <a:pPr marL="0" lvl="0" indent="0" algn="l" rtl="0">
              <a:lnSpc>
                <a:spcPct val="115000"/>
              </a:lnSpc>
              <a:spcBef>
                <a:spcPts val="0"/>
              </a:spcBef>
              <a:spcAft>
                <a:spcPts val="0"/>
              </a:spcAft>
              <a:buNone/>
            </a:pPr>
            <a:r>
              <a:rPr lang="en" b="1">
                <a:latin typeface="Questrial"/>
                <a:ea typeface="Questrial"/>
                <a:cs typeface="Questrial"/>
                <a:sym typeface="Questrial"/>
              </a:rPr>
              <a:t>Classification Head:</a:t>
            </a:r>
            <a:r>
              <a:rPr lang="en">
                <a:latin typeface="Questrial"/>
                <a:ea typeface="Questrial"/>
                <a:cs typeface="Questrial"/>
                <a:sym typeface="Questrial"/>
              </a:rPr>
              <a:t> Global Average Pooling layer coupled with Dropout (0.4/0.3), Dense(256, ReLU), label smoothing (0.08), and a 1-unit Sigmoid classifier.</a:t>
            </a:r>
            <a:endParaRPr>
              <a:latin typeface="Questrial"/>
              <a:ea typeface="Questrial"/>
              <a:cs typeface="Questrial"/>
              <a:sym typeface="Questrial"/>
            </a:endParaRPr>
          </a:p>
          <a:p>
            <a:pPr marL="0" lvl="0" indent="0" algn="l" rtl="0">
              <a:lnSpc>
                <a:spcPct val="115000"/>
              </a:lnSpc>
              <a:spcBef>
                <a:spcPts val="0"/>
              </a:spcBef>
              <a:spcAft>
                <a:spcPts val="0"/>
              </a:spcAft>
              <a:buNone/>
            </a:pPr>
            <a:r>
              <a:rPr lang="en" b="1">
                <a:latin typeface="Questrial"/>
                <a:ea typeface="Questrial"/>
                <a:cs typeface="Questrial"/>
                <a:sym typeface="Questrial"/>
              </a:rPr>
              <a:t>Phase 1:</a:t>
            </a:r>
            <a:r>
              <a:rPr lang="en">
                <a:latin typeface="Questrial"/>
                <a:ea typeface="Questrial"/>
                <a:cs typeface="Questrial"/>
                <a:sym typeface="Questrial"/>
              </a:rPr>
              <a:t> Trained head layers for 4 epochs with a frozen backbone using AdamW.</a:t>
            </a:r>
            <a:endParaRPr>
              <a:latin typeface="Questrial"/>
              <a:ea typeface="Questrial"/>
              <a:cs typeface="Questrial"/>
              <a:sym typeface="Questrial"/>
            </a:endParaRPr>
          </a:p>
          <a:p>
            <a:pPr marL="0" lvl="0" indent="0" algn="l" rtl="0">
              <a:lnSpc>
                <a:spcPct val="115000"/>
              </a:lnSpc>
              <a:spcBef>
                <a:spcPts val="0"/>
              </a:spcBef>
              <a:spcAft>
                <a:spcPts val="0"/>
              </a:spcAft>
              <a:buNone/>
            </a:pPr>
            <a:r>
              <a:rPr lang="en" b="1">
                <a:latin typeface="Questrial"/>
                <a:ea typeface="Questrial"/>
                <a:cs typeface="Questrial"/>
                <a:sym typeface="Questrial"/>
              </a:rPr>
              <a:t>Phase 2 (Fine-Tuning):</a:t>
            </a:r>
            <a:r>
              <a:rPr lang="en">
                <a:latin typeface="Questrial"/>
                <a:ea typeface="Questrial"/>
                <a:cs typeface="Questrial"/>
                <a:sym typeface="Questrial"/>
              </a:rPr>
              <a:t> Unfroze the top 80% of backbone layers for 18 epochs while keeping Batch Normalization layers frozen, using Cosine Decay learning rate scheduling.</a:t>
            </a:r>
            <a:endParaRPr>
              <a:latin typeface="Questrial"/>
              <a:ea typeface="Questrial"/>
              <a:cs typeface="Questrial"/>
              <a:sym typeface="Questrial"/>
            </a:endParaRPr>
          </a:p>
          <a:p>
            <a:pPr marL="0" lvl="0" indent="0" algn="l" rtl="0">
              <a:spcBef>
                <a:spcPts val="0"/>
              </a:spcBef>
              <a:spcAft>
                <a:spcPts val="0"/>
              </a:spcAft>
              <a:buNone/>
            </a:pPr>
            <a:r>
              <a:rPr lang="en" sz="1100"/>
              <a:t>.</a:t>
            </a:r>
            <a:endParaRPr sz="1100"/>
          </a:p>
          <a:p>
            <a:pPr marL="0" lvl="0" indent="0" algn="l" rtl="0">
              <a:spcBef>
                <a:spcPts val="0"/>
              </a:spcBef>
              <a:spcAft>
                <a:spcPts val="0"/>
              </a:spcAft>
              <a:buNone/>
            </a:pPr>
            <a:endParaRPr sz="1100" b="1">
              <a:latin typeface="Questrial"/>
              <a:ea typeface="Questrial"/>
              <a:cs typeface="Questrial"/>
              <a:sym typeface="Quest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61"/>
        <p:cNvGrpSpPr/>
        <p:nvPr/>
      </p:nvGrpSpPr>
      <p:grpSpPr>
        <a:xfrm>
          <a:off x="0" y="0"/>
          <a:ext cx="0" cy="0"/>
          <a:chOff x="0" y="0"/>
          <a:chExt cx="0" cy="0"/>
        </a:xfrm>
      </p:grpSpPr>
      <p:pic>
        <p:nvPicPr>
          <p:cNvPr id="262" name="Google Shape;262;p38"/>
          <p:cNvPicPr preferRelativeResize="0"/>
          <p:nvPr/>
        </p:nvPicPr>
        <p:blipFill>
          <a:blip r:embed="rId3">
            <a:alphaModFix/>
          </a:blip>
          <a:stretch>
            <a:fillRect/>
          </a:stretch>
        </p:blipFill>
        <p:spPr>
          <a:xfrm rot="5400000" flipH="1">
            <a:off x="229738" y="972688"/>
            <a:ext cx="3922025" cy="4495800"/>
          </a:xfrm>
          <a:prstGeom prst="rect">
            <a:avLst/>
          </a:prstGeom>
          <a:noFill/>
          <a:ln>
            <a:noFill/>
          </a:ln>
        </p:spPr>
      </p:pic>
      <p:pic>
        <p:nvPicPr>
          <p:cNvPr id="263" name="Google Shape;263;p38"/>
          <p:cNvPicPr preferRelativeResize="0"/>
          <p:nvPr/>
        </p:nvPicPr>
        <p:blipFill rotWithShape="1">
          <a:blip r:embed="rId4">
            <a:alphaModFix/>
          </a:blip>
          <a:srcRect t="12943" b="10382"/>
          <a:stretch/>
        </p:blipFill>
        <p:spPr>
          <a:xfrm>
            <a:off x="6400800" y="-114300"/>
            <a:ext cx="2943900" cy="2310600"/>
          </a:xfrm>
          <a:prstGeom prst="rect">
            <a:avLst/>
          </a:prstGeom>
          <a:noFill/>
          <a:ln>
            <a:noFill/>
          </a:ln>
        </p:spPr>
      </p:pic>
      <p:sp>
        <p:nvSpPr>
          <p:cNvPr id="264" name="Google Shape;264;p38"/>
          <p:cNvSpPr txBox="1">
            <a:spLocks noGrp="1"/>
          </p:cNvSpPr>
          <p:nvPr>
            <p:ph type="title"/>
          </p:nvPr>
        </p:nvSpPr>
        <p:spPr>
          <a:xfrm>
            <a:off x="2340900" y="788075"/>
            <a:ext cx="5507100" cy="1291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Inference Strategy &amp; Evaluation Protocol </a:t>
            </a:r>
            <a:endParaRPr/>
          </a:p>
        </p:txBody>
      </p:sp>
      <p:sp>
        <p:nvSpPr>
          <p:cNvPr id="265" name="Google Shape;265;p38"/>
          <p:cNvSpPr txBox="1">
            <a:spLocks noGrp="1"/>
          </p:cNvSpPr>
          <p:nvPr>
            <p:ph type="title" idx="2"/>
          </p:nvPr>
        </p:nvSpPr>
        <p:spPr>
          <a:xfrm>
            <a:off x="713225" y="788075"/>
            <a:ext cx="1394100" cy="1291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04</a:t>
            </a:r>
            <a:endParaRPr/>
          </a:p>
        </p:txBody>
      </p:sp>
      <p:sp>
        <p:nvSpPr>
          <p:cNvPr id="266" name="Google Shape;266;p38"/>
          <p:cNvSpPr txBox="1"/>
          <p:nvPr/>
        </p:nvSpPr>
        <p:spPr>
          <a:xfrm>
            <a:off x="2003150" y="2154555"/>
            <a:ext cx="6508800" cy="2947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b="1" dirty="0">
                <a:latin typeface="Questrial"/>
                <a:ea typeface="Questrial"/>
                <a:cs typeface="Questrial"/>
                <a:sym typeface="Questrial"/>
              </a:rPr>
              <a:t>Test-Time Augmentation (TTA):</a:t>
            </a:r>
            <a:r>
              <a:rPr lang="en" dirty="0">
                <a:latin typeface="Questrial"/>
                <a:ea typeface="Questrial"/>
                <a:cs typeface="Questrial"/>
                <a:sym typeface="Questrial"/>
              </a:rPr>
              <a:t> Averaged prediction probabilities across 3 image views (Original, Horizontal Flip, Vertical Flip) to minimize prediction variance.</a:t>
            </a:r>
            <a:endParaRPr dirty="0">
              <a:latin typeface="Questrial"/>
              <a:ea typeface="Questrial"/>
              <a:cs typeface="Questrial"/>
              <a:sym typeface="Questrial"/>
            </a:endParaRPr>
          </a:p>
          <a:p>
            <a:pPr marL="0" lvl="0" indent="0" algn="l" rtl="0">
              <a:lnSpc>
                <a:spcPct val="115000"/>
              </a:lnSpc>
              <a:spcBef>
                <a:spcPts val="0"/>
              </a:spcBef>
              <a:spcAft>
                <a:spcPts val="0"/>
              </a:spcAft>
              <a:buNone/>
            </a:pPr>
            <a:r>
              <a:rPr lang="en" b="1" dirty="0">
                <a:latin typeface="Questrial"/>
                <a:ea typeface="Questrial"/>
                <a:cs typeface="Questrial"/>
                <a:sym typeface="Questrial"/>
              </a:rPr>
              <a:t>Threshold Tuning:</a:t>
            </a:r>
            <a:r>
              <a:rPr lang="en" dirty="0">
                <a:latin typeface="Questrial"/>
                <a:ea typeface="Questrial"/>
                <a:cs typeface="Questrial"/>
                <a:sym typeface="Questrial"/>
              </a:rPr>
              <a:t> Scanned classification decision boundaries on validation predictions to balance sensitivity and specificity.</a:t>
            </a:r>
            <a:endParaRPr dirty="0">
              <a:latin typeface="Questrial"/>
              <a:ea typeface="Questrial"/>
              <a:cs typeface="Questrial"/>
              <a:sym typeface="Questrial"/>
            </a:endParaRPr>
          </a:p>
          <a:p>
            <a:pPr marL="0" lvl="0" indent="0" algn="l" rtl="0">
              <a:lnSpc>
                <a:spcPct val="115000"/>
              </a:lnSpc>
              <a:spcBef>
                <a:spcPts val="0"/>
              </a:spcBef>
              <a:spcAft>
                <a:spcPts val="0"/>
              </a:spcAft>
              <a:buNone/>
            </a:pPr>
            <a:r>
              <a:rPr lang="en" b="1" dirty="0">
                <a:latin typeface="Questrial"/>
                <a:ea typeface="Questrial"/>
                <a:cs typeface="Questrial"/>
                <a:sym typeface="Questrial"/>
              </a:rPr>
              <a:t>Primary Metrics:</a:t>
            </a:r>
            <a:r>
              <a:rPr lang="en" dirty="0">
                <a:latin typeface="Questrial"/>
                <a:ea typeface="Questrial"/>
                <a:cs typeface="Questrial"/>
                <a:sym typeface="Questrial"/>
              </a:rPr>
              <a:t> Evaluated overall diagnostic reliability using ROC-AUC, Accuracy, F1-Score, Sensitivity (Recall), Specificity, and Confusion Matrices.</a:t>
            </a:r>
            <a:endParaRPr dirty="0">
              <a:latin typeface="Questrial"/>
              <a:ea typeface="Questrial"/>
              <a:cs typeface="Questrial"/>
              <a:sym typeface="Questrial"/>
            </a:endParaRPr>
          </a:p>
          <a:p>
            <a:pPr marL="0" lvl="0" indent="0" algn="l" rtl="0">
              <a:lnSpc>
                <a:spcPct val="115000"/>
              </a:lnSpc>
              <a:spcBef>
                <a:spcPts val="0"/>
              </a:spcBef>
              <a:spcAft>
                <a:spcPts val="0"/>
              </a:spcAft>
              <a:buNone/>
            </a:pPr>
            <a:r>
              <a:rPr lang="en" b="1" dirty="0">
                <a:solidFill>
                  <a:srgbClr val="1F1F1F"/>
                </a:solidFill>
                <a:latin typeface="Questrial"/>
                <a:ea typeface="Questrial"/>
                <a:cs typeface="Questrial"/>
                <a:sym typeface="Questrial"/>
              </a:rPr>
              <a:t>ROC-AUC : 85.01%                   Accuracy: 78.53%          F1 Score: 78.20%    </a:t>
            </a:r>
            <a:endParaRPr b="1" dirty="0">
              <a:solidFill>
                <a:srgbClr val="1F1F1F"/>
              </a:solidFill>
              <a:latin typeface="Questrial"/>
              <a:ea typeface="Questrial"/>
              <a:cs typeface="Questrial"/>
              <a:sym typeface="Questrial"/>
            </a:endParaRPr>
          </a:p>
          <a:p>
            <a:pPr marL="0" lvl="0" indent="0" algn="l" rtl="0">
              <a:lnSpc>
                <a:spcPct val="115000"/>
              </a:lnSpc>
              <a:spcBef>
                <a:spcPts val="0"/>
              </a:spcBef>
              <a:spcAft>
                <a:spcPts val="0"/>
              </a:spcAft>
              <a:buNone/>
            </a:pPr>
            <a:r>
              <a:rPr lang="en" b="1" dirty="0">
                <a:solidFill>
                  <a:srgbClr val="1F1F1F"/>
                </a:solidFill>
                <a:latin typeface="Questrial"/>
                <a:ea typeface="Questrial"/>
                <a:cs typeface="Questrial"/>
                <a:sym typeface="Questrial"/>
              </a:rPr>
              <a:t>Sensitivity : 70.78%                   Specificity: 87.78%</a:t>
            </a:r>
            <a:endParaRPr b="1" dirty="0">
              <a:solidFill>
                <a:srgbClr val="1F1F1F"/>
              </a:solidFill>
              <a:latin typeface="Questrial"/>
              <a:ea typeface="Questrial"/>
              <a:cs typeface="Questrial"/>
              <a:sym typeface="Questrial"/>
            </a:endParaRPr>
          </a:p>
          <a:p>
            <a:pPr marL="0" lvl="0" indent="0" algn="l" rtl="0">
              <a:lnSpc>
                <a:spcPct val="115000"/>
              </a:lnSpc>
              <a:spcBef>
                <a:spcPts val="0"/>
              </a:spcBef>
              <a:spcAft>
                <a:spcPts val="0"/>
              </a:spcAft>
              <a:buNone/>
            </a:pPr>
            <a:endParaRPr dirty="0">
              <a:latin typeface="Questrial"/>
              <a:ea typeface="Questrial"/>
              <a:cs typeface="Questrial"/>
              <a:sym typeface="Questrial"/>
            </a:endParaRPr>
          </a:p>
          <a:p>
            <a:pPr marL="0" lvl="0" indent="0" algn="l" rtl="0">
              <a:lnSpc>
                <a:spcPct val="115000"/>
              </a:lnSpc>
              <a:spcBef>
                <a:spcPts val="0"/>
              </a:spcBef>
              <a:spcAft>
                <a:spcPts val="0"/>
              </a:spcAft>
              <a:buNone/>
            </a:pPr>
            <a:endParaRPr sz="1100" b="1" dirty="0"/>
          </a:p>
          <a:p>
            <a:pPr marL="0" lvl="0" indent="0" algn="l" rtl="0">
              <a:spcBef>
                <a:spcPts val="0"/>
              </a:spcBef>
              <a:spcAft>
                <a:spcPts val="0"/>
              </a:spcAft>
              <a:buNone/>
            </a:pPr>
            <a:r>
              <a:rPr lang="en" sz="1100" dirty="0"/>
              <a:t>.</a:t>
            </a:r>
            <a:endParaRPr sz="1100" dirty="0"/>
          </a:p>
          <a:p>
            <a:pPr marL="0" lvl="0" indent="0" algn="l" rtl="0">
              <a:spcBef>
                <a:spcPts val="0"/>
              </a:spcBef>
              <a:spcAft>
                <a:spcPts val="0"/>
              </a:spcAft>
              <a:buNone/>
            </a:pPr>
            <a:endParaRPr sz="1100" b="1" dirty="0">
              <a:latin typeface="Questrial"/>
              <a:ea typeface="Questrial"/>
              <a:cs typeface="Questrial"/>
              <a:sym typeface="Quest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70"/>
        <p:cNvGrpSpPr/>
        <p:nvPr/>
      </p:nvGrpSpPr>
      <p:grpSpPr>
        <a:xfrm>
          <a:off x="0" y="0"/>
          <a:ext cx="0" cy="0"/>
          <a:chOff x="0" y="0"/>
          <a:chExt cx="0" cy="0"/>
        </a:xfrm>
      </p:grpSpPr>
      <p:pic>
        <p:nvPicPr>
          <p:cNvPr id="271" name="Google Shape;271;p39"/>
          <p:cNvPicPr preferRelativeResize="0"/>
          <p:nvPr/>
        </p:nvPicPr>
        <p:blipFill>
          <a:blip r:embed="rId3">
            <a:alphaModFix/>
          </a:blip>
          <a:stretch>
            <a:fillRect/>
          </a:stretch>
        </p:blipFill>
        <p:spPr>
          <a:xfrm rot="5400000" flipH="1">
            <a:off x="229738" y="972688"/>
            <a:ext cx="3922025" cy="4495800"/>
          </a:xfrm>
          <a:prstGeom prst="rect">
            <a:avLst/>
          </a:prstGeom>
          <a:noFill/>
          <a:ln>
            <a:noFill/>
          </a:ln>
        </p:spPr>
      </p:pic>
      <p:pic>
        <p:nvPicPr>
          <p:cNvPr id="272" name="Google Shape;272;p39"/>
          <p:cNvPicPr preferRelativeResize="0"/>
          <p:nvPr/>
        </p:nvPicPr>
        <p:blipFill rotWithShape="1">
          <a:blip r:embed="rId4">
            <a:alphaModFix/>
          </a:blip>
          <a:srcRect t="12943" b="10382"/>
          <a:stretch/>
        </p:blipFill>
        <p:spPr>
          <a:xfrm>
            <a:off x="6400800" y="-114300"/>
            <a:ext cx="2943900" cy="2310600"/>
          </a:xfrm>
          <a:prstGeom prst="rect">
            <a:avLst/>
          </a:prstGeom>
          <a:noFill/>
          <a:ln>
            <a:noFill/>
          </a:ln>
        </p:spPr>
      </p:pic>
      <p:sp>
        <p:nvSpPr>
          <p:cNvPr id="273" name="Google Shape;273;p39"/>
          <p:cNvSpPr txBox="1">
            <a:spLocks noGrp="1"/>
          </p:cNvSpPr>
          <p:nvPr>
            <p:ph type="title"/>
          </p:nvPr>
        </p:nvSpPr>
        <p:spPr>
          <a:xfrm>
            <a:off x="2340900" y="788075"/>
            <a:ext cx="5843700" cy="1291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Key Technical Results &amp; System Strengths </a:t>
            </a:r>
            <a:endParaRPr/>
          </a:p>
        </p:txBody>
      </p:sp>
      <p:sp>
        <p:nvSpPr>
          <p:cNvPr id="274" name="Google Shape;274;p39"/>
          <p:cNvSpPr txBox="1">
            <a:spLocks noGrp="1"/>
          </p:cNvSpPr>
          <p:nvPr>
            <p:ph type="title" idx="2"/>
          </p:nvPr>
        </p:nvSpPr>
        <p:spPr>
          <a:xfrm>
            <a:off x="713225" y="788075"/>
            <a:ext cx="1394100" cy="1291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05</a:t>
            </a:r>
            <a:endParaRPr/>
          </a:p>
        </p:txBody>
      </p:sp>
      <p:sp>
        <p:nvSpPr>
          <p:cNvPr id="275" name="Google Shape;275;p39"/>
          <p:cNvSpPr txBox="1"/>
          <p:nvPr/>
        </p:nvSpPr>
        <p:spPr>
          <a:xfrm>
            <a:off x="1993800" y="2154538"/>
            <a:ext cx="6508800" cy="21321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b="1">
                <a:latin typeface="Questrial"/>
                <a:ea typeface="Questrial"/>
                <a:cs typeface="Questrial"/>
                <a:sym typeface="Questrial"/>
              </a:rPr>
              <a:t>Reduced False Negatives:</a:t>
            </a:r>
            <a:r>
              <a:rPr lang="en">
                <a:latin typeface="Questrial"/>
                <a:ea typeface="Questrial"/>
                <a:cs typeface="Questrial"/>
                <a:sym typeface="Questrial"/>
              </a:rPr>
              <a:t> Dynamic decision thresholding significantly improved disease detection sensitivity on minority classes compared to standard 0.50 boundaries.</a:t>
            </a:r>
            <a:endParaRPr>
              <a:latin typeface="Questrial"/>
              <a:ea typeface="Questrial"/>
              <a:cs typeface="Questrial"/>
              <a:sym typeface="Questrial"/>
            </a:endParaRPr>
          </a:p>
          <a:p>
            <a:pPr marL="0" lvl="0" indent="0" algn="l" rtl="0">
              <a:lnSpc>
                <a:spcPct val="115000"/>
              </a:lnSpc>
              <a:spcBef>
                <a:spcPts val="0"/>
              </a:spcBef>
              <a:spcAft>
                <a:spcPts val="0"/>
              </a:spcAft>
              <a:buNone/>
            </a:pPr>
            <a:r>
              <a:rPr lang="en" b="1">
                <a:latin typeface="Questrial"/>
                <a:ea typeface="Questrial"/>
                <a:cs typeface="Questrial"/>
                <a:sym typeface="Questrial"/>
              </a:rPr>
              <a:t>Enhanced Visual Features:</a:t>
            </a:r>
            <a:r>
              <a:rPr lang="en">
                <a:latin typeface="Questrial"/>
                <a:ea typeface="Questrial"/>
                <a:cs typeface="Questrial"/>
                <a:sym typeface="Questrial"/>
              </a:rPr>
              <a:t> CLAHE pre-processing isolated subtle retinal structures like microaneurysms and vascular abnormalities for better feature learning.</a:t>
            </a:r>
            <a:endParaRPr>
              <a:latin typeface="Questrial"/>
              <a:ea typeface="Questrial"/>
              <a:cs typeface="Questrial"/>
              <a:sym typeface="Questrial"/>
            </a:endParaRPr>
          </a:p>
          <a:p>
            <a:pPr marL="0" lvl="0" indent="0" algn="l" rtl="0">
              <a:lnSpc>
                <a:spcPct val="115000"/>
              </a:lnSpc>
              <a:spcBef>
                <a:spcPts val="0"/>
              </a:spcBef>
              <a:spcAft>
                <a:spcPts val="0"/>
              </a:spcAft>
              <a:buNone/>
            </a:pPr>
            <a:r>
              <a:rPr lang="en" b="1">
                <a:latin typeface="Questrial"/>
                <a:ea typeface="Questrial"/>
                <a:cs typeface="Questrial"/>
                <a:sym typeface="Questrial"/>
              </a:rPr>
              <a:t>Resource Efficiency:</a:t>
            </a:r>
            <a:r>
              <a:rPr lang="en">
                <a:latin typeface="Questrial"/>
                <a:ea typeface="Questrial"/>
                <a:cs typeface="Questrial"/>
                <a:sym typeface="Questrial"/>
              </a:rPr>
              <a:t> Mixed-precision execution halved memory consumption, enabling larger batch sizes and faster convergence.</a:t>
            </a:r>
            <a:endParaRPr>
              <a:latin typeface="Questrial"/>
              <a:ea typeface="Questrial"/>
              <a:cs typeface="Questrial"/>
              <a:sym typeface="Questrial"/>
            </a:endParaRPr>
          </a:p>
          <a:p>
            <a:pPr marL="0" lvl="0" indent="0" algn="l" rtl="0">
              <a:lnSpc>
                <a:spcPct val="115000"/>
              </a:lnSpc>
              <a:spcBef>
                <a:spcPts val="0"/>
              </a:spcBef>
              <a:spcAft>
                <a:spcPts val="0"/>
              </a:spcAft>
              <a:buNone/>
            </a:pPr>
            <a:endParaRPr sz="1100" b="1"/>
          </a:p>
          <a:p>
            <a:pPr marL="0" lvl="0" indent="0" algn="l" rtl="0">
              <a:lnSpc>
                <a:spcPct val="115000"/>
              </a:lnSpc>
              <a:spcBef>
                <a:spcPts val="0"/>
              </a:spcBef>
              <a:spcAft>
                <a:spcPts val="0"/>
              </a:spcAft>
              <a:buNone/>
            </a:pPr>
            <a:endParaRPr sz="1100" b="1"/>
          </a:p>
          <a:p>
            <a:pPr marL="0" lvl="0" indent="0" algn="l" rtl="0">
              <a:spcBef>
                <a:spcPts val="0"/>
              </a:spcBef>
              <a:spcAft>
                <a:spcPts val="0"/>
              </a:spcAft>
              <a:buNone/>
            </a:pPr>
            <a:r>
              <a:rPr lang="en" sz="1100"/>
              <a:t>.</a:t>
            </a:r>
            <a:endParaRPr sz="1100"/>
          </a:p>
          <a:p>
            <a:pPr marL="0" lvl="0" indent="0" algn="l" rtl="0">
              <a:spcBef>
                <a:spcPts val="0"/>
              </a:spcBef>
              <a:spcAft>
                <a:spcPts val="0"/>
              </a:spcAft>
              <a:buNone/>
            </a:pPr>
            <a:endParaRPr sz="1100" b="1">
              <a:latin typeface="Questrial"/>
              <a:ea typeface="Questrial"/>
              <a:cs typeface="Questrial"/>
              <a:sym typeface="Quest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79"/>
        <p:cNvGrpSpPr/>
        <p:nvPr/>
      </p:nvGrpSpPr>
      <p:grpSpPr>
        <a:xfrm>
          <a:off x="0" y="0"/>
          <a:ext cx="0" cy="0"/>
          <a:chOff x="0" y="0"/>
          <a:chExt cx="0" cy="0"/>
        </a:xfrm>
      </p:grpSpPr>
      <p:pic>
        <p:nvPicPr>
          <p:cNvPr id="280" name="Google Shape;280;p40"/>
          <p:cNvPicPr preferRelativeResize="0"/>
          <p:nvPr/>
        </p:nvPicPr>
        <p:blipFill>
          <a:blip r:embed="rId3">
            <a:alphaModFix/>
          </a:blip>
          <a:stretch>
            <a:fillRect/>
          </a:stretch>
        </p:blipFill>
        <p:spPr>
          <a:xfrm rot="5400000" flipH="1">
            <a:off x="229738" y="972688"/>
            <a:ext cx="3922025" cy="4495800"/>
          </a:xfrm>
          <a:prstGeom prst="rect">
            <a:avLst/>
          </a:prstGeom>
          <a:noFill/>
          <a:ln>
            <a:noFill/>
          </a:ln>
        </p:spPr>
      </p:pic>
      <p:pic>
        <p:nvPicPr>
          <p:cNvPr id="281" name="Google Shape;281;p40"/>
          <p:cNvPicPr preferRelativeResize="0"/>
          <p:nvPr/>
        </p:nvPicPr>
        <p:blipFill rotWithShape="1">
          <a:blip r:embed="rId4">
            <a:alphaModFix/>
          </a:blip>
          <a:srcRect t="12943" b="10382"/>
          <a:stretch/>
        </p:blipFill>
        <p:spPr>
          <a:xfrm>
            <a:off x="6400800" y="-114300"/>
            <a:ext cx="2943900" cy="2310600"/>
          </a:xfrm>
          <a:prstGeom prst="rect">
            <a:avLst/>
          </a:prstGeom>
          <a:noFill/>
          <a:ln>
            <a:noFill/>
          </a:ln>
        </p:spPr>
      </p:pic>
      <p:sp>
        <p:nvSpPr>
          <p:cNvPr id="282" name="Google Shape;282;p40"/>
          <p:cNvSpPr txBox="1">
            <a:spLocks noGrp="1"/>
          </p:cNvSpPr>
          <p:nvPr>
            <p:ph type="title"/>
          </p:nvPr>
        </p:nvSpPr>
        <p:spPr>
          <a:xfrm>
            <a:off x="2340900" y="788075"/>
            <a:ext cx="6208500" cy="1291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Limitations, Failure Modes &amp; Future Work </a:t>
            </a:r>
            <a:endParaRPr/>
          </a:p>
        </p:txBody>
      </p:sp>
      <p:sp>
        <p:nvSpPr>
          <p:cNvPr id="283" name="Google Shape;283;p40"/>
          <p:cNvSpPr txBox="1">
            <a:spLocks noGrp="1"/>
          </p:cNvSpPr>
          <p:nvPr>
            <p:ph type="title" idx="2"/>
          </p:nvPr>
        </p:nvSpPr>
        <p:spPr>
          <a:xfrm>
            <a:off x="713225" y="788075"/>
            <a:ext cx="1394100" cy="1291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06</a:t>
            </a:r>
            <a:endParaRPr/>
          </a:p>
        </p:txBody>
      </p:sp>
      <p:sp>
        <p:nvSpPr>
          <p:cNvPr id="284" name="Google Shape;284;p40"/>
          <p:cNvSpPr txBox="1"/>
          <p:nvPr/>
        </p:nvSpPr>
        <p:spPr>
          <a:xfrm>
            <a:off x="2003150" y="2294950"/>
            <a:ext cx="6508800" cy="21321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b="1">
                <a:latin typeface="Questrial"/>
                <a:ea typeface="Questrial"/>
                <a:cs typeface="Questrial"/>
                <a:sym typeface="Questrial"/>
              </a:rPr>
              <a:t>Resolution Bottlenecks:</a:t>
            </a:r>
            <a:r>
              <a:rPr lang="en">
                <a:latin typeface="Questrial"/>
                <a:ea typeface="Questrial"/>
                <a:cs typeface="Questrial"/>
                <a:sym typeface="Questrial"/>
              </a:rPr>
              <a:t> Downsampling high-resolution fundus scans to 384x384 pixels risks losing micro-vascular details.</a:t>
            </a:r>
            <a:endParaRPr>
              <a:latin typeface="Questrial"/>
              <a:ea typeface="Questrial"/>
              <a:cs typeface="Questrial"/>
              <a:sym typeface="Questrial"/>
            </a:endParaRPr>
          </a:p>
          <a:p>
            <a:pPr marL="0" lvl="0" indent="0" algn="l" rtl="0">
              <a:lnSpc>
                <a:spcPct val="115000"/>
              </a:lnSpc>
              <a:spcBef>
                <a:spcPts val="0"/>
              </a:spcBef>
              <a:spcAft>
                <a:spcPts val="0"/>
              </a:spcAft>
              <a:buNone/>
            </a:pPr>
            <a:r>
              <a:rPr lang="en" b="1">
                <a:latin typeface="Questrial"/>
                <a:ea typeface="Questrial"/>
                <a:cs typeface="Questrial"/>
                <a:sym typeface="Questrial"/>
              </a:rPr>
              <a:t>Artifact Sensitivity:</a:t>
            </a:r>
            <a:r>
              <a:rPr lang="en">
                <a:latin typeface="Questrial"/>
                <a:ea typeface="Questrial"/>
                <a:cs typeface="Questrial"/>
                <a:sym typeface="Questrial"/>
              </a:rPr>
              <a:t> Scans with severe lens glare, cataracts, or extreme underexposure can cause CLAHE to amplify background noise.</a:t>
            </a:r>
            <a:endParaRPr>
              <a:latin typeface="Questrial"/>
              <a:ea typeface="Questrial"/>
              <a:cs typeface="Questrial"/>
              <a:sym typeface="Questrial"/>
            </a:endParaRPr>
          </a:p>
          <a:p>
            <a:pPr marL="0" lvl="0" indent="0" algn="l" rtl="0">
              <a:lnSpc>
                <a:spcPct val="115000"/>
              </a:lnSpc>
              <a:spcBef>
                <a:spcPts val="0"/>
              </a:spcBef>
              <a:spcAft>
                <a:spcPts val="0"/>
              </a:spcAft>
              <a:buNone/>
            </a:pPr>
            <a:r>
              <a:rPr lang="en" b="1">
                <a:latin typeface="Questrial"/>
                <a:ea typeface="Questrial"/>
                <a:cs typeface="Questrial"/>
                <a:sym typeface="Questrial"/>
              </a:rPr>
              <a:t>Clinical Generalizability:</a:t>
            </a:r>
            <a:r>
              <a:rPr lang="en">
                <a:latin typeface="Questrial"/>
                <a:ea typeface="Questrial"/>
                <a:cs typeface="Questrial"/>
                <a:sym typeface="Questrial"/>
              </a:rPr>
              <a:t> Class weights addressed dataset imbalance, but multi-hospital external validation is required to ensure robustness across different camera hardware.</a:t>
            </a:r>
            <a:endParaRPr>
              <a:latin typeface="Questrial"/>
              <a:ea typeface="Questrial"/>
              <a:cs typeface="Questrial"/>
              <a:sym typeface="Questrial"/>
            </a:endParaRPr>
          </a:p>
          <a:p>
            <a:pPr marL="0" lvl="0" indent="0" algn="l" rtl="0">
              <a:lnSpc>
                <a:spcPct val="115000"/>
              </a:lnSpc>
              <a:spcBef>
                <a:spcPts val="0"/>
              </a:spcBef>
              <a:spcAft>
                <a:spcPts val="0"/>
              </a:spcAft>
              <a:buNone/>
            </a:pPr>
            <a:endParaRPr sz="1100" b="1"/>
          </a:p>
          <a:p>
            <a:pPr marL="0" lvl="0" indent="0" algn="l" rtl="0">
              <a:lnSpc>
                <a:spcPct val="115000"/>
              </a:lnSpc>
              <a:spcBef>
                <a:spcPts val="0"/>
              </a:spcBef>
              <a:spcAft>
                <a:spcPts val="0"/>
              </a:spcAft>
              <a:buNone/>
            </a:pPr>
            <a:endParaRPr sz="1100" b="1"/>
          </a:p>
          <a:p>
            <a:pPr marL="0" lvl="0" indent="0" algn="l" rtl="0">
              <a:lnSpc>
                <a:spcPct val="115000"/>
              </a:lnSpc>
              <a:spcBef>
                <a:spcPts val="0"/>
              </a:spcBef>
              <a:spcAft>
                <a:spcPts val="0"/>
              </a:spcAft>
              <a:buNone/>
            </a:pPr>
            <a:endParaRPr sz="1100" b="1"/>
          </a:p>
          <a:p>
            <a:pPr marL="0" lvl="0" indent="0" algn="l" rtl="0">
              <a:spcBef>
                <a:spcPts val="0"/>
              </a:spcBef>
              <a:spcAft>
                <a:spcPts val="0"/>
              </a:spcAft>
              <a:buNone/>
            </a:pPr>
            <a:r>
              <a:rPr lang="en" sz="1100"/>
              <a:t>.</a:t>
            </a:r>
            <a:endParaRPr sz="1100"/>
          </a:p>
          <a:p>
            <a:pPr marL="0" lvl="0" indent="0" algn="l" rtl="0">
              <a:spcBef>
                <a:spcPts val="0"/>
              </a:spcBef>
              <a:spcAft>
                <a:spcPts val="0"/>
              </a:spcAft>
              <a:buNone/>
            </a:pPr>
            <a:endParaRPr sz="1100" b="1">
              <a:latin typeface="Questrial"/>
              <a:ea typeface="Questrial"/>
              <a:cs typeface="Questrial"/>
              <a:sym typeface="Quest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88"/>
        <p:cNvGrpSpPr/>
        <p:nvPr/>
      </p:nvGrpSpPr>
      <p:grpSpPr>
        <a:xfrm>
          <a:off x="0" y="0"/>
          <a:ext cx="0" cy="0"/>
          <a:chOff x="0" y="0"/>
          <a:chExt cx="0" cy="0"/>
        </a:xfrm>
      </p:grpSpPr>
      <p:sp>
        <p:nvSpPr>
          <p:cNvPr id="289" name="Google Shape;289;p4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Key Performance Metrics</a:t>
            </a:r>
            <a:endParaRPr/>
          </a:p>
        </p:txBody>
      </p:sp>
      <p:sp>
        <p:nvSpPr>
          <p:cNvPr id="290" name="Google Shape;290;p41"/>
          <p:cNvSpPr txBox="1">
            <a:spLocks noGrp="1"/>
          </p:cNvSpPr>
          <p:nvPr>
            <p:ph type="subTitle" idx="1"/>
          </p:nvPr>
        </p:nvSpPr>
        <p:spPr>
          <a:xfrm>
            <a:off x="1940229" y="1990401"/>
            <a:ext cx="19782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85.01%</a:t>
            </a:r>
            <a:endParaRPr dirty="0"/>
          </a:p>
        </p:txBody>
      </p:sp>
      <p:sp>
        <p:nvSpPr>
          <p:cNvPr id="291" name="Google Shape;291;p41"/>
          <p:cNvSpPr txBox="1">
            <a:spLocks noGrp="1"/>
          </p:cNvSpPr>
          <p:nvPr>
            <p:ph type="subTitle" idx="2"/>
          </p:nvPr>
        </p:nvSpPr>
        <p:spPr>
          <a:xfrm>
            <a:off x="6282482" y="1990401"/>
            <a:ext cx="19782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78.53%</a:t>
            </a:r>
            <a:endParaRPr dirty="0"/>
          </a:p>
        </p:txBody>
      </p:sp>
      <p:sp>
        <p:nvSpPr>
          <p:cNvPr id="292" name="Google Shape;292;p41"/>
          <p:cNvSpPr txBox="1">
            <a:spLocks noGrp="1"/>
          </p:cNvSpPr>
          <p:nvPr>
            <p:ph type="subTitle" idx="3"/>
          </p:nvPr>
        </p:nvSpPr>
        <p:spPr>
          <a:xfrm>
            <a:off x="1940229" y="3543851"/>
            <a:ext cx="19782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78.20%</a:t>
            </a:r>
            <a:endParaRPr dirty="0"/>
          </a:p>
        </p:txBody>
      </p:sp>
      <p:sp>
        <p:nvSpPr>
          <p:cNvPr id="293" name="Google Shape;293;p41"/>
          <p:cNvSpPr txBox="1">
            <a:spLocks noGrp="1"/>
          </p:cNvSpPr>
          <p:nvPr>
            <p:ph type="subTitle" idx="4"/>
          </p:nvPr>
        </p:nvSpPr>
        <p:spPr>
          <a:xfrm>
            <a:off x="6282475" y="3543850"/>
            <a:ext cx="1978200" cy="920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rgbClr val="1F1F1F"/>
                </a:solidFill>
              </a:rPr>
              <a:t>Sensitivity: 70.78%</a:t>
            </a:r>
            <a:endParaRPr dirty="0">
              <a:solidFill>
                <a:srgbClr val="1F1F1F"/>
              </a:solidFill>
            </a:endParaRPr>
          </a:p>
          <a:p>
            <a:pPr marL="0" lvl="0" indent="0" algn="l" rtl="0">
              <a:spcBef>
                <a:spcPts val="0"/>
              </a:spcBef>
              <a:spcAft>
                <a:spcPts val="0"/>
              </a:spcAft>
              <a:buNone/>
            </a:pPr>
            <a:r>
              <a:rPr lang="en" dirty="0">
                <a:solidFill>
                  <a:srgbClr val="1F1F1F"/>
                </a:solidFill>
              </a:rPr>
              <a:t>Specificity: 87.78%</a:t>
            </a:r>
            <a:endParaRPr dirty="0">
              <a:solidFill>
                <a:srgbClr val="1F1F1F"/>
              </a:solidFill>
            </a:endParaRPr>
          </a:p>
          <a:p>
            <a:pPr marL="0" lvl="0" indent="0" algn="l" rtl="0">
              <a:spcBef>
                <a:spcPts val="0"/>
              </a:spcBef>
              <a:spcAft>
                <a:spcPts val="0"/>
              </a:spcAft>
              <a:buNone/>
            </a:pPr>
            <a:endParaRPr dirty="0"/>
          </a:p>
        </p:txBody>
      </p:sp>
      <p:sp>
        <p:nvSpPr>
          <p:cNvPr id="294" name="Google Shape;294;p41"/>
          <p:cNvSpPr txBox="1">
            <a:spLocks noGrp="1"/>
          </p:cNvSpPr>
          <p:nvPr>
            <p:ph type="subTitle" idx="5"/>
          </p:nvPr>
        </p:nvSpPr>
        <p:spPr>
          <a:xfrm>
            <a:off x="1940218" y="1625400"/>
            <a:ext cx="19782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ROC-AUC</a:t>
            </a:r>
            <a:endParaRPr/>
          </a:p>
        </p:txBody>
      </p:sp>
      <p:sp>
        <p:nvSpPr>
          <p:cNvPr id="295" name="Google Shape;295;p41"/>
          <p:cNvSpPr txBox="1">
            <a:spLocks noGrp="1"/>
          </p:cNvSpPr>
          <p:nvPr>
            <p:ph type="subTitle" idx="6"/>
          </p:nvPr>
        </p:nvSpPr>
        <p:spPr>
          <a:xfrm>
            <a:off x="1940218" y="3178850"/>
            <a:ext cx="19782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F1 Score</a:t>
            </a:r>
            <a:endParaRPr/>
          </a:p>
        </p:txBody>
      </p:sp>
      <p:sp>
        <p:nvSpPr>
          <p:cNvPr id="296" name="Google Shape;296;p41"/>
          <p:cNvSpPr txBox="1">
            <a:spLocks noGrp="1"/>
          </p:cNvSpPr>
          <p:nvPr>
            <p:ph type="subTitle" idx="7"/>
          </p:nvPr>
        </p:nvSpPr>
        <p:spPr>
          <a:xfrm>
            <a:off x="6282468" y="1625400"/>
            <a:ext cx="19782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Accuracy</a:t>
            </a:r>
            <a:endParaRPr/>
          </a:p>
        </p:txBody>
      </p:sp>
      <p:sp>
        <p:nvSpPr>
          <p:cNvPr id="297" name="Google Shape;297;p41"/>
          <p:cNvSpPr txBox="1">
            <a:spLocks noGrp="1"/>
          </p:cNvSpPr>
          <p:nvPr>
            <p:ph type="subTitle" idx="8"/>
          </p:nvPr>
        </p:nvSpPr>
        <p:spPr>
          <a:xfrm>
            <a:off x="6282468" y="3178850"/>
            <a:ext cx="19782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Sensitivity &amp; Specificity</a:t>
            </a:r>
            <a:endParaRPr/>
          </a:p>
        </p:txBody>
      </p:sp>
      <p:sp>
        <p:nvSpPr>
          <p:cNvPr id="298" name="Google Shape;298;p41"/>
          <p:cNvSpPr/>
          <p:nvPr/>
        </p:nvSpPr>
        <p:spPr>
          <a:xfrm>
            <a:off x="5225568" y="1625388"/>
            <a:ext cx="828300" cy="828300"/>
          </a:xfrm>
          <a:prstGeom prst="ellipse">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lbert Sans"/>
              <a:ea typeface="Albert Sans"/>
              <a:cs typeface="Albert Sans"/>
              <a:sym typeface="Albert Sans"/>
            </a:endParaRPr>
          </a:p>
        </p:txBody>
      </p:sp>
      <p:sp>
        <p:nvSpPr>
          <p:cNvPr id="299" name="Google Shape;299;p41"/>
          <p:cNvSpPr/>
          <p:nvPr/>
        </p:nvSpPr>
        <p:spPr>
          <a:xfrm>
            <a:off x="883318" y="1625388"/>
            <a:ext cx="828300" cy="828300"/>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lbert Sans"/>
              <a:ea typeface="Albert Sans"/>
              <a:cs typeface="Albert Sans"/>
              <a:sym typeface="Albert Sans"/>
            </a:endParaRPr>
          </a:p>
        </p:txBody>
      </p:sp>
      <p:sp>
        <p:nvSpPr>
          <p:cNvPr id="300" name="Google Shape;300;p41"/>
          <p:cNvSpPr/>
          <p:nvPr/>
        </p:nvSpPr>
        <p:spPr>
          <a:xfrm>
            <a:off x="5225568" y="3178838"/>
            <a:ext cx="828300" cy="828300"/>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lbert Sans"/>
              <a:ea typeface="Albert Sans"/>
              <a:cs typeface="Albert Sans"/>
              <a:sym typeface="Albert Sans"/>
            </a:endParaRPr>
          </a:p>
        </p:txBody>
      </p:sp>
      <p:sp>
        <p:nvSpPr>
          <p:cNvPr id="301" name="Google Shape;301;p41"/>
          <p:cNvSpPr/>
          <p:nvPr/>
        </p:nvSpPr>
        <p:spPr>
          <a:xfrm>
            <a:off x="883318" y="3178838"/>
            <a:ext cx="828300" cy="828300"/>
          </a:xfrm>
          <a:prstGeom prst="ellipse">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Albert Sans"/>
              <a:ea typeface="Albert Sans"/>
              <a:cs typeface="Albert Sans"/>
              <a:sym typeface="Albert Sans"/>
            </a:endParaRPr>
          </a:p>
        </p:txBody>
      </p:sp>
      <p:grpSp>
        <p:nvGrpSpPr>
          <p:cNvPr id="302" name="Google Shape;302;p41"/>
          <p:cNvGrpSpPr/>
          <p:nvPr/>
        </p:nvGrpSpPr>
        <p:grpSpPr>
          <a:xfrm>
            <a:off x="5403384" y="3366876"/>
            <a:ext cx="472684" cy="452239"/>
            <a:chOff x="3950316" y="3820307"/>
            <a:chExt cx="369805" cy="353782"/>
          </a:xfrm>
        </p:grpSpPr>
        <p:sp>
          <p:nvSpPr>
            <p:cNvPr id="303" name="Google Shape;303;p41"/>
            <p:cNvSpPr/>
            <p:nvPr/>
          </p:nvSpPr>
          <p:spPr>
            <a:xfrm>
              <a:off x="4040561" y="3880991"/>
              <a:ext cx="99802" cy="28383"/>
            </a:xfrm>
            <a:custGeom>
              <a:avLst/>
              <a:gdLst/>
              <a:ahLst/>
              <a:cxnLst/>
              <a:rect l="l" t="t" r="r" b="b"/>
              <a:pathLst>
                <a:path w="3133" h="891" extrusionOk="0">
                  <a:moveTo>
                    <a:pt x="1572" y="1"/>
                  </a:moveTo>
                  <a:cubicBezTo>
                    <a:pt x="1001" y="1"/>
                    <a:pt x="465" y="227"/>
                    <a:pt x="60" y="632"/>
                  </a:cubicBezTo>
                  <a:cubicBezTo>
                    <a:pt x="1" y="691"/>
                    <a:pt x="1" y="787"/>
                    <a:pt x="60" y="846"/>
                  </a:cubicBezTo>
                  <a:cubicBezTo>
                    <a:pt x="84" y="876"/>
                    <a:pt x="123" y="891"/>
                    <a:pt x="165" y="891"/>
                  </a:cubicBezTo>
                  <a:cubicBezTo>
                    <a:pt x="206" y="891"/>
                    <a:pt x="251" y="876"/>
                    <a:pt x="287" y="846"/>
                  </a:cubicBezTo>
                  <a:cubicBezTo>
                    <a:pt x="632" y="513"/>
                    <a:pt x="1072" y="310"/>
                    <a:pt x="1572" y="310"/>
                  </a:cubicBezTo>
                  <a:cubicBezTo>
                    <a:pt x="2061" y="310"/>
                    <a:pt x="2501" y="513"/>
                    <a:pt x="2846" y="846"/>
                  </a:cubicBezTo>
                  <a:cubicBezTo>
                    <a:pt x="2876" y="876"/>
                    <a:pt x="2918" y="891"/>
                    <a:pt x="2960" y="891"/>
                  </a:cubicBezTo>
                  <a:cubicBezTo>
                    <a:pt x="3001" y="891"/>
                    <a:pt x="3043" y="876"/>
                    <a:pt x="3073" y="846"/>
                  </a:cubicBezTo>
                  <a:cubicBezTo>
                    <a:pt x="3132" y="787"/>
                    <a:pt x="3132" y="691"/>
                    <a:pt x="3073" y="632"/>
                  </a:cubicBezTo>
                  <a:cubicBezTo>
                    <a:pt x="2668" y="227"/>
                    <a:pt x="2132" y="1"/>
                    <a:pt x="157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41"/>
            <p:cNvSpPr/>
            <p:nvPr/>
          </p:nvSpPr>
          <p:spPr>
            <a:xfrm>
              <a:off x="3950316" y="3820307"/>
              <a:ext cx="369805" cy="353782"/>
            </a:xfrm>
            <a:custGeom>
              <a:avLst/>
              <a:gdLst/>
              <a:ahLst/>
              <a:cxnLst/>
              <a:rect l="l" t="t" r="r" b="b"/>
              <a:pathLst>
                <a:path w="11609" h="11106" extrusionOk="0">
                  <a:moveTo>
                    <a:pt x="7358" y="6728"/>
                  </a:moveTo>
                  <a:lnTo>
                    <a:pt x="7799" y="7156"/>
                  </a:lnTo>
                  <a:lnTo>
                    <a:pt x="7513" y="7442"/>
                  </a:lnTo>
                  <a:lnTo>
                    <a:pt x="7084" y="7014"/>
                  </a:lnTo>
                  <a:cubicBezTo>
                    <a:pt x="7180" y="6918"/>
                    <a:pt x="7275" y="6835"/>
                    <a:pt x="7358" y="6728"/>
                  </a:cubicBezTo>
                  <a:close/>
                  <a:moveTo>
                    <a:pt x="4395" y="358"/>
                  </a:moveTo>
                  <a:cubicBezTo>
                    <a:pt x="5337" y="358"/>
                    <a:pt x="6281" y="715"/>
                    <a:pt x="7001" y="1429"/>
                  </a:cubicBezTo>
                  <a:cubicBezTo>
                    <a:pt x="8370" y="2799"/>
                    <a:pt x="8430" y="4942"/>
                    <a:pt x="7239" y="6382"/>
                  </a:cubicBezTo>
                  <a:cubicBezTo>
                    <a:pt x="7096" y="6561"/>
                    <a:pt x="6930" y="6728"/>
                    <a:pt x="6763" y="6859"/>
                  </a:cubicBezTo>
                  <a:cubicBezTo>
                    <a:pt x="6075" y="7434"/>
                    <a:pt x="5230" y="7723"/>
                    <a:pt x="4386" y="7723"/>
                  </a:cubicBezTo>
                  <a:cubicBezTo>
                    <a:pt x="3448" y="7723"/>
                    <a:pt x="2513" y="7365"/>
                    <a:pt x="1798" y="6644"/>
                  </a:cubicBezTo>
                  <a:cubicBezTo>
                    <a:pt x="357" y="5192"/>
                    <a:pt x="357" y="2870"/>
                    <a:pt x="1798" y="1429"/>
                  </a:cubicBezTo>
                  <a:cubicBezTo>
                    <a:pt x="2512" y="715"/>
                    <a:pt x="3453" y="358"/>
                    <a:pt x="4395" y="358"/>
                  </a:cubicBezTo>
                  <a:close/>
                  <a:moveTo>
                    <a:pt x="8226" y="7228"/>
                  </a:moveTo>
                  <a:cubicBezTo>
                    <a:pt x="8260" y="7228"/>
                    <a:pt x="8293" y="7240"/>
                    <a:pt x="8311" y="7264"/>
                  </a:cubicBezTo>
                  <a:lnTo>
                    <a:pt x="8763" y="7668"/>
                  </a:lnTo>
                  <a:lnTo>
                    <a:pt x="8001" y="8430"/>
                  </a:lnTo>
                  <a:lnTo>
                    <a:pt x="7620" y="7966"/>
                  </a:lnTo>
                  <a:cubicBezTo>
                    <a:pt x="7573" y="7918"/>
                    <a:pt x="7573" y="7835"/>
                    <a:pt x="7620" y="7787"/>
                  </a:cubicBezTo>
                  <a:lnTo>
                    <a:pt x="8132" y="7264"/>
                  </a:lnTo>
                  <a:cubicBezTo>
                    <a:pt x="8156" y="7240"/>
                    <a:pt x="8192" y="7228"/>
                    <a:pt x="8226" y="7228"/>
                  </a:cubicBezTo>
                  <a:close/>
                  <a:moveTo>
                    <a:pt x="9013" y="7871"/>
                  </a:moveTo>
                  <a:lnTo>
                    <a:pt x="10871" y="9514"/>
                  </a:lnTo>
                  <a:cubicBezTo>
                    <a:pt x="11192" y="9800"/>
                    <a:pt x="11204" y="10276"/>
                    <a:pt x="10906" y="10573"/>
                  </a:cubicBezTo>
                  <a:cubicBezTo>
                    <a:pt x="10765" y="10715"/>
                    <a:pt x="10580" y="10784"/>
                    <a:pt x="10396" y="10784"/>
                  </a:cubicBezTo>
                  <a:cubicBezTo>
                    <a:pt x="10193" y="10784"/>
                    <a:pt x="9990" y="10700"/>
                    <a:pt x="9847" y="10538"/>
                  </a:cubicBezTo>
                  <a:lnTo>
                    <a:pt x="8227" y="8668"/>
                  </a:lnTo>
                  <a:lnTo>
                    <a:pt x="9013" y="7871"/>
                  </a:lnTo>
                  <a:close/>
                  <a:moveTo>
                    <a:pt x="4423" y="1"/>
                  </a:moveTo>
                  <a:cubicBezTo>
                    <a:pt x="3396" y="1"/>
                    <a:pt x="2370" y="394"/>
                    <a:pt x="1584" y="1179"/>
                  </a:cubicBezTo>
                  <a:cubicBezTo>
                    <a:pt x="0" y="2775"/>
                    <a:pt x="0" y="5299"/>
                    <a:pt x="1560" y="6883"/>
                  </a:cubicBezTo>
                  <a:cubicBezTo>
                    <a:pt x="2340" y="7663"/>
                    <a:pt x="3364" y="8052"/>
                    <a:pt x="4389" y="8052"/>
                  </a:cubicBezTo>
                  <a:cubicBezTo>
                    <a:pt x="5257" y="8052"/>
                    <a:pt x="6126" y="7773"/>
                    <a:pt x="6846" y="7216"/>
                  </a:cubicBezTo>
                  <a:lnTo>
                    <a:pt x="7323" y="7692"/>
                  </a:lnTo>
                  <a:cubicBezTo>
                    <a:pt x="7239" y="7859"/>
                    <a:pt x="7263" y="8049"/>
                    <a:pt x="7394" y="8180"/>
                  </a:cubicBezTo>
                  <a:lnTo>
                    <a:pt x="9644" y="10752"/>
                  </a:lnTo>
                  <a:cubicBezTo>
                    <a:pt x="9847" y="10986"/>
                    <a:pt x="10133" y="11105"/>
                    <a:pt x="10421" y="11105"/>
                  </a:cubicBezTo>
                  <a:cubicBezTo>
                    <a:pt x="10690" y="11105"/>
                    <a:pt x="10961" y="11001"/>
                    <a:pt x="11168" y="10788"/>
                  </a:cubicBezTo>
                  <a:cubicBezTo>
                    <a:pt x="11609" y="10359"/>
                    <a:pt x="11573" y="9657"/>
                    <a:pt x="11133" y="9264"/>
                  </a:cubicBezTo>
                  <a:lnTo>
                    <a:pt x="8573" y="7014"/>
                  </a:lnTo>
                  <a:cubicBezTo>
                    <a:pt x="8483" y="6939"/>
                    <a:pt x="8369" y="6897"/>
                    <a:pt x="8259" y="6897"/>
                  </a:cubicBezTo>
                  <a:cubicBezTo>
                    <a:pt x="8194" y="6897"/>
                    <a:pt x="8130" y="6911"/>
                    <a:pt x="8073" y="6942"/>
                  </a:cubicBezTo>
                  <a:lnTo>
                    <a:pt x="7596" y="6454"/>
                  </a:lnTo>
                  <a:cubicBezTo>
                    <a:pt x="8811" y="4894"/>
                    <a:pt x="8704" y="2632"/>
                    <a:pt x="7263" y="1179"/>
                  </a:cubicBezTo>
                  <a:cubicBezTo>
                    <a:pt x="6477" y="394"/>
                    <a:pt x="5450" y="1"/>
                    <a:pt x="44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 name="Google Shape;305;p41"/>
            <p:cNvSpPr/>
            <p:nvPr/>
          </p:nvSpPr>
          <p:spPr>
            <a:xfrm>
              <a:off x="4098219" y="3850602"/>
              <a:ext cx="101299" cy="195781"/>
            </a:xfrm>
            <a:custGeom>
              <a:avLst/>
              <a:gdLst/>
              <a:ahLst/>
              <a:cxnLst/>
              <a:rect l="l" t="t" r="r" b="b"/>
              <a:pathLst>
                <a:path w="3180" h="6146" extrusionOk="0">
                  <a:moveTo>
                    <a:pt x="194" y="1"/>
                  </a:moveTo>
                  <a:cubicBezTo>
                    <a:pt x="120" y="1"/>
                    <a:pt x="58" y="57"/>
                    <a:pt x="36" y="133"/>
                  </a:cubicBezTo>
                  <a:cubicBezTo>
                    <a:pt x="24" y="228"/>
                    <a:pt x="84" y="300"/>
                    <a:pt x="179" y="312"/>
                  </a:cubicBezTo>
                  <a:cubicBezTo>
                    <a:pt x="775" y="407"/>
                    <a:pt x="1322" y="669"/>
                    <a:pt x="1739" y="1110"/>
                  </a:cubicBezTo>
                  <a:cubicBezTo>
                    <a:pt x="2822" y="2193"/>
                    <a:pt x="2822" y="3967"/>
                    <a:pt x="1739" y="5050"/>
                  </a:cubicBezTo>
                  <a:cubicBezTo>
                    <a:pt x="1286" y="5479"/>
                    <a:pt x="739" y="5765"/>
                    <a:pt x="143" y="5836"/>
                  </a:cubicBezTo>
                  <a:cubicBezTo>
                    <a:pt x="60" y="5848"/>
                    <a:pt x="1" y="5932"/>
                    <a:pt x="13" y="6015"/>
                  </a:cubicBezTo>
                  <a:cubicBezTo>
                    <a:pt x="24" y="6086"/>
                    <a:pt x="84" y="6146"/>
                    <a:pt x="179" y="6146"/>
                  </a:cubicBezTo>
                  <a:lnTo>
                    <a:pt x="203" y="6146"/>
                  </a:lnTo>
                  <a:cubicBezTo>
                    <a:pt x="870" y="6063"/>
                    <a:pt x="1489" y="5753"/>
                    <a:pt x="1977" y="5277"/>
                  </a:cubicBezTo>
                  <a:cubicBezTo>
                    <a:pt x="3180" y="4062"/>
                    <a:pt x="3180" y="2086"/>
                    <a:pt x="1977" y="883"/>
                  </a:cubicBezTo>
                  <a:cubicBezTo>
                    <a:pt x="1501" y="407"/>
                    <a:pt x="894" y="97"/>
                    <a:pt x="215" y="2"/>
                  </a:cubicBezTo>
                  <a:cubicBezTo>
                    <a:pt x="208" y="1"/>
                    <a:pt x="201" y="1"/>
                    <a:pt x="19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 name="Google Shape;306;p41"/>
            <p:cNvSpPr/>
            <p:nvPr/>
          </p:nvSpPr>
          <p:spPr>
            <a:xfrm>
              <a:off x="3981789" y="3849136"/>
              <a:ext cx="103178" cy="198011"/>
            </a:xfrm>
            <a:custGeom>
              <a:avLst/>
              <a:gdLst/>
              <a:ahLst/>
              <a:cxnLst/>
              <a:rect l="l" t="t" r="r" b="b"/>
              <a:pathLst>
                <a:path w="3239" h="6216" extrusionOk="0">
                  <a:moveTo>
                    <a:pt x="3036" y="1"/>
                  </a:moveTo>
                  <a:cubicBezTo>
                    <a:pt x="2346" y="120"/>
                    <a:pt x="1703" y="441"/>
                    <a:pt x="1215" y="929"/>
                  </a:cubicBezTo>
                  <a:cubicBezTo>
                    <a:pt x="0" y="2132"/>
                    <a:pt x="0" y="4108"/>
                    <a:pt x="1215" y="5323"/>
                  </a:cubicBezTo>
                  <a:cubicBezTo>
                    <a:pt x="1715" y="5823"/>
                    <a:pt x="2346" y="6120"/>
                    <a:pt x="3036" y="6216"/>
                  </a:cubicBezTo>
                  <a:lnTo>
                    <a:pt x="3060" y="6216"/>
                  </a:lnTo>
                  <a:cubicBezTo>
                    <a:pt x="3132" y="6216"/>
                    <a:pt x="3203" y="6156"/>
                    <a:pt x="3215" y="6061"/>
                  </a:cubicBezTo>
                  <a:cubicBezTo>
                    <a:pt x="3239" y="5978"/>
                    <a:pt x="3156" y="5894"/>
                    <a:pt x="3072" y="5882"/>
                  </a:cubicBezTo>
                  <a:cubicBezTo>
                    <a:pt x="2441" y="5811"/>
                    <a:pt x="1882" y="5537"/>
                    <a:pt x="1429" y="5085"/>
                  </a:cubicBezTo>
                  <a:cubicBezTo>
                    <a:pt x="346" y="3989"/>
                    <a:pt x="346" y="2215"/>
                    <a:pt x="1429" y="1132"/>
                  </a:cubicBezTo>
                  <a:cubicBezTo>
                    <a:pt x="1882" y="691"/>
                    <a:pt x="2441" y="405"/>
                    <a:pt x="3072" y="334"/>
                  </a:cubicBezTo>
                  <a:cubicBezTo>
                    <a:pt x="3156" y="322"/>
                    <a:pt x="3215" y="239"/>
                    <a:pt x="3215" y="155"/>
                  </a:cubicBezTo>
                  <a:cubicBezTo>
                    <a:pt x="3203" y="60"/>
                    <a:pt x="3132" y="1"/>
                    <a:pt x="30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7" name="Google Shape;307;p41"/>
          <p:cNvGrpSpPr/>
          <p:nvPr/>
        </p:nvGrpSpPr>
        <p:grpSpPr>
          <a:xfrm>
            <a:off x="1137352" y="3366775"/>
            <a:ext cx="320140" cy="452236"/>
            <a:chOff x="1333682" y="3344330"/>
            <a:chExt cx="271213" cy="383088"/>
          </a:xfrm>
        </p:grpSpPr>
        <p:sp>
          <p:nvSpPr>
            <p:cNvPr id="308" name="Google Shape;308;p41"/>
            <p:cNvSpPr/>
            <p:nvPr/>
          </p:nvSpPr>
          <p:spPr>
            <a:xfrm>
              <a:off x="1334065" y="3377332"/>
              <a:ext cx="270831" cy="350086"/>
            </a:xfrm>
            <a:custGeom>
              <a:avLst/>
              <a:gdLst/>
              <a:ahLst/>
              <a:cxnLst/>
              <a:rect l="l" t="t" r="r" b="b"/>
              <a:pathLst>
                <a:path w="8502" h="10990" extrusionOk="0">
                  <a:moveTo>
                    <a:pt x="6502" y="0"/>
                  </a:moveTo>
                  <a:cubicBezTo>
                    <a:pt x="6406" y="0"/>
                    <a:pt x="6323" y="84"/>
                    <a:pt x="6323" y="191"/>
                  </a:cubicBezTo>
                  <a:cubicBezTo>
                    <a:pt x="6323" y="286"/>
                    <a:pt x="6406" y="369"/>
                    <a:pt x="6502" y="369"/>
                  </a:cubicBezTo>
                  <a:lnTo>
                    <a:pt x="7276" y="369"/>
                  </a:lnTo>
                  <a:cubicBezTo>
                    <a:pt x="7383" y="369"/>
                    <a:pt x="7454" y="441"/>
                    <a:pt x="7454" y="548"/>
                  </a:cubicBezTo>
                  <a:lnTo>
                    <a:pt x="7454" y="9490"/>
                  </a:lnTo>
                  <a:cubicBezTo>
                    <a:pt x="7454" y="9597"/>
                    <a:pt x="7383" y="9668"/>
                    <a:pt x="7276" y="9668"/>
                  </a:cubicBezTo>
                  <a:lnTo>
                    <a:pt x="537" y="9668"/>
                  </a:lnTo>
                  <a:cubicBezTo>
                    <a:pt x="429" y="9668"/>
                    <a:pt x="358" y="9597"/>
                    <a:pt x="358" y="9490"/>
                  </a:cubicBezTo>
                  <a:lnTo>
                    <a:pt x="358" y="8775"/>
                  </a:lnTo>
                  <a:cubicBezTo>
                    <a:pt x="358" y="8668"/>
                    <a:pt x="287" y="8597"/>
                    <a:pt x="179" y="8597"/>
                  </a:cubicBezTo>
                  <a:cubicBezTo>
                    <a:pt x="72" y="8597"/>
                    <a:pt x="1" y="8668"/>
                    <a:pt x="1" y="8775"/>
                  </a:cubicBezTo>
                  <a:lnTo>
                    <a:pt x="1" y="9490"/>
                  </a:lnTo>
                  <a:cubicBezTo>
                    <a:pt x="1" y="9787"/>
                    <a:pt x="239" y="10013"/>
                    <a:pt x="525" y="10013"/>
                  </a:cubicBezTo>
                  <a:lnTo>
                    <a:pt x="703" y="10013"/>
                  </a:lnTo>
                  <a:lnTo>
                    <a:pt x="703" y="10466"/>
                  </a:lnTo>
                  <a:cubicBezTo>
                    <a:pt x="703" y="10763"/>
                    <a:pt x="941" y="10990"/>
                    <a:pt x="1227" y="10990"/>
                  </a:cubicBezTo>
                  <a:lnTo>
                    <a:pt x="7966" y="10990"/>
                  </a:lnTo>
                  <a:cubicBezTo>
                    <a:pt x="8264" y="10990"/>
                    <a:pt x="8490" y="10752"/>
                    <a:pt x="8490" y="10466"/>
                  </a:cubicBezTo>
                  <a:lnTo>
                    <a:pt x="8490" y="10252"/>
                  </a:lnTo>
                  <a:cubicBezTo>
                    <a:pt x="8490" y="10144"/>
                    <a:pt x="8407" y="10073"/>
                    <a:pt x="8311" y="10073"/>
                  </a:cubicBezTo>
                  <a:cubicBezTo>
                    <a:pt x="8204" y="10073"/>
                    <a:pt x="8133" y="10144"/>
                    <a:pt x="8133" y="10252"/>
                  </a:cubicBezTo>
                  <a:lnTo>
                    <a:pt x="8133" y="10466"/>
                  </a:lnTo>
                  <a:cubicBezTo>
                    <a:pt x="8133" y="10573"/>
                    <a:pt x="8049" y="10644"/>
                    <a:pt x="7954" y="10644"/>
                  </a:cubicBezTo>
                  <a:lnTo>
                    <a:pt x="1203" y="10644"/>
                  </a:lnTo>
                  <a:cubicBezTo>
                    <a:pt x="1108" y="10644"/>
                    <a:pt x="1025" y="10573"/>
                    <a:pt x="1025" y="10466"/>
                  </a:cubicBezTo>
                  <a:lnTo>
                    <a:pt x="1025" y="10013"/>
                  </a:lnTo>
                  <a:lnTo>
                    <a:pt x="7264" y="10013"/>
                  </a:lnTo>
                  <a:cubicBezTo>
                    <a:pt x="7561" y="10013"/>
                    <a:pt x="7788" y="9775"/>
                    <a:pt x="7788" y="9490"/>
                  </a:cubicBezTo>
                  <a:lnTo>
                    <a:pt x="7788" y="1358"/>
                  </a:lnTo>
                  <a:lnTo>
                    <a:pt x="7966" y="1358"/>
                  </a:lnTo>
                  <a:cubicBezTo>
                    <a:pt x="8061" y="1358"/>
                    <a:pt x="8145" y="1441"/>
                    <a:pt x="8145" y="1536"/>
                  </a:cubicBezTo>
                  <a:lnTo>
                    <a:pt x="8145" y="9501"/>
                  </a:lnTo>
                  <a:cubicBezTo>
                    <a:pt x="8145" y="9573"/>
                    <a:pt x="8228" y="9656"/>
                    <a:pt x="8323" y="9656"/>
                  </a:cubicBezTo>
                  <a:cubicBezTo>
                    <a:pt x="8430" y="9656"/>
                    <a:pt x="8502" y="9573"/>
                    <a:pt x="8502" y="9478"/>
                  </a:cubicBezTo>
                  <a:lnTo>
                    <a:pt x="8502" y="1512"/>
                  </a:lnTo>
                  <a:cubicBezTo>
                    <a:pt x="8502" y="1215"/>
                    <a:pt x="8264" y="988"/>
                    <a:pt x="7978" y="988"/>
                  </a:cubicBezTo>
                  <a:lnTo>
                    <a:pt x="7799" y="988"/>
                  </a:lnTo>
                  <a:lnTo>
                    <a:pt x="7799" y="524"/>
                  </a:lnTo>
                  <a:cubicBezTo>
                    <a:pt x="7799" y="226"/>
                    <a:pt x="7561" y="0"/>
                    <a:pt x="72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 name="Google Shape;309;p41"/>
            <p:cNvSpPr/>
            <p:nvPr/>
          </p:nvSpPr>
          <p:spPr>
            <a:xfrm>
              <a:off x="1333682" y="3344330"/>
              <a:ext cx="189697" cy="292461"/>
            </a:xfrm>
            <a:custGeom>
              <a:avLst/>
              <a:gdLst/>
              <a:ahLst/>
              <a:cxnLst/>
              <a:rect l="l" t="t" r="r" b="b"/>
              <a:pathLst>
                <a:path w="5955" h="9181" extrusionOk="0">
                  <a:moveTo>
                    <a:pt x="2430" y="370"/>
                  </a:moveTo>
                  <a:cubicBezTo>
                    <a:pt x="2489" y="370"/>
                    <a:pt x="2549" y="429"/>
                    <a:pt x="2549" y="489"/>
                  </a:cubicBezTo>
                  <a:lnTo>
                    <a:pt x="2549" y="727"/>
                  </a:lnTo>
                  <a:lnTo>
                    <a:pt x="1858" y="727"/>
                  </a:lnTo>
                  <a:lnTo>
                    <a:pt x="1858" y="489"/>
                  </a:lnTo>
                  <a:cubicBezTo>
                    <a:pt x="1858" y="429"/>
                    <a:pt x="1918" y="370"/>
                    <a:pt x="1977" y="370"/>
                  </a:cubicBezTo>
                  <a:close/>
                  <a:moveTo>
                    <a:pt x="3037" y="1072"/>
                  </a:moveTo>
                  <a:cubicBezTo>
                    <a:pt x="3120" y="1072"/>
                    <a:pt x="3216" y="1143"/>
                    <a:pt x="3216" y="1251"/>
                  </a:cubicBezTo>
                  <a:lnTo>
                    <a:pt x="3216" y="1953"/>
                  </a:lnTo>
                  <a:lnTo>
                    <a:pt x="1215" y="1953"/>
                  </a:lnTo>
                  <a:lnTo>
                    <a:pt x="1215" y="1251"/>
                  </a:lnTo>
                  <a:cubicBezTo>
                    <a:pt x="1203" y="1167"/>
                    <a:pt x="1299" y="1072"/>
                    <a:pt x="1382" y="1072"/>
                  </a:cubicBezTo>
                  <a:close/>
                  <a:moveTo>
                    <a:pt x="1977" y="0"/>
                  </a:moveTo>
                  <a:cubicBezTo>
                    <a:pt x="1727" y="0"/>
                    <a:pt x="1501" y="203"/>
                    <a:pt x="1501" y="477"/>
                  </a:cubicBezTo>
                  <a:lnTo>
                    <a:pt x="1501" y="715"/>
                  </a:lnTo>
                  <a:lnTo>
                    <a:pt x="1370" y="715"/>
                  </a:lnTo>
                  <a:cubicBezTo>
                    <a:pt x="1156" y="715"/>
                    <a:pt x="977" y="834"/>
                    <a:pt x="894" y="1012"/>
                  </a:cubicBezTo>
                  <a:lnTo>
                    <a:pt x="525" y="1012"/>
                  </a:lnTo>
                  <a:cubicBezTo>
                    <a:pt x="227" y="1012"/>
                    <a:pt x="1" y="1251"/>
                    <a:pt x="1" y="1536"/>
                  </a:cubicBezTo>
                  <a:lnTo>
                    <a:pt x="1" y="8990"/>
                  </a:lnTo>
                  <a:cubicBezTo>
                    <a:pt x="13" y="9109"/>
                    <a:pt x="84" y="9180"/>
                    <a:pt x="191" y="9180"/>
                  </a:cubicBezTo>
                  <a:cubicBezTo>
                    <a:pt x="299" y="9180"/>
                    <a:pt x="370" y="9109"/>
                    <a:pt x="370" y="9002"/>
                  </a:cubicBezTo>
                  <a:lnTo>
                    <a:pt x="370" y="1548"/>
                  </a:lnTo>
                  <a:cubicBezTo>
                    <a:pt x="370" y="1441"/>
                    <a:pt x="441" y="1370"/>
                    <a:pt x="549" y="1370"/>
                  </a:cubicBezTo>
                  <a:lnTo>
                    <a:pt x="858" y="1370"/>
                  </a:lnTo>
                  <a:lnTo>
                    <a:pt x="858" y="1965"/>
                  </a:lnTo>
                  <a:cubicBezTo>
                    <a:pt x="858" y="2144"/>
                    <a:pt x="1013" y="2310"/>
                    <a:pt x="1203" y="2310"/>
                  </a:cubicBezTo>
                  <a:lnTo>
                    <a:pt x="3228" y="2310"/>
                  </a:lnTo>
                  <a:cubicBezTo>
                    <a:pt x="3406" y="2310"/>
                    <a:pt x="3573" y="2155"/>
                    <a:pt x="3573" y="1965"/>
                  </a:cubicBezTo>
                  <a:lnTo>
                    <a:pt x="3573" y="1370"/>
                  </a:lnTo>
                  <a:lnTo>
                    <a:pt x="5775" y="1370"/>
                  </a:lnTo>
                  <a:cubicBezTo>
                    <a:pt x="5883" y="1370"/>
                    <a:pt x="5954" y="1298"/>
                    <a:pt x="5954" y="1191"/>
                  </a:cubicBezTo>
                  <a:cubicBezTo>
                    <a:pt x="5954" y="1084"/>
                    <a:pt x="5883" y="1012"/>
                    <a:pt x="5775" y="1012"/>
                  </a:cubicBezTo>
                  <a:lnTo>
                    <a:pt x="3513" y="1012"/>
                  </a:lnTo>
                  <a:cubicBezTo>
                    <a:pt x="3418" y="834"/>
                    <a:pt x="3239" y="715"/>
                    <a:pt x="3037" y="715"/>
                  </a:cubicBezTo>
                  <a:lnTo>
                    <a:pt x="2906" y="715"/>
                  </a:lnTo>
                  <a:lnTo>
                    <a:pt x="2906" y="477"/>
                  </a:lnTo>
                  <a:cubicBezTo>
                    <a:pt x="2906" y="227"/>
                    <a:pt x="2692" y="0"/>
                    <a:pt x="24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310;p41"/>
            <p:cNvSpPr/>
            <p:nvPr/>
          </p:nvSpPr>
          <p:spPr>
            <a:xfrm>
              <a:off x="1444060" y="3469488"/>
              <a:ext cx="100917" cy="11404"/>
            </a:xfrm>
            <a:custGeom>
              <a:avLst/>
              <a:gdLst/>
              <a:ahLst/>
              <a:cxnLst/>
              <a:rect l="l" t="t" r="r" b="b"/>
              <a:pathLst>
                <a:path w="3168" h="358" extrusionOk="0">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41"/>
            <p:cNvSpPr/>
            <p:nvPr/>
          </p:nvSpPr>
          <p:spPr>
            <a:xfrm>
              <a:off x="1444060" y="3493762"/>
              <a:ext cx="100917" cy="11404"/>
            </a:xfrm>
            <a:custGeom>
              <a:avLst/>
              <a:gdLst/>
              <a:ahLst/>
              <a:cxnLst/>
              <a:rect l="l" t="t" r="r" b="b"/>
              <a:pathLst>
                <a:path w="3168" h="358" extrusionOk="0">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41"/>
            <p:cNvSpPr/>
            <p:nvPr/>
          </p:nvSpPr>
          <p:spPr>
            <a:xfrm>
              <a:off x="1444060" y="3541927"/>
              <a:ext cx="100917" cy="11404"/>
            </a:xfrm>
            <a:custGeom>
              <a:avLst/>
              <a:gdLst/>
              <a:ahLst/>
              <a:cxnLst/>
              <a:rect l="l" t="t" r="r" b="b"/>
              <a:pathLst>
                <a:path w="3168" h="358" extrusionOk="0">
                  <a:moveTo>
                    <a:pt x="179" y="1"/>
                  </a:moveTo>
                  <a:cubicBezTo>
                    <a:pt x="72" y="1"/>
                    <a:pt x="1" y="84"/>
                    <a:pt x="1" y="179"/>
                  </a:cubicBezTo>
                  <a:cubicBezTo>
                    <a:pt x="1" y="286"/>
                    <a:pt x="72" y="358"/>
                    <a:pt x="179" y="358"/>
                  </a:cubicBezTo>
                  <a:lnTo>
                    <a:pt x="2989" y="358"/>
                  </a:lnTo>
                  <a:cubicBezTo>
                    <a:pt x="3096" y="358"/>
                    <a:pt x="3168" y="286"/>
                    <a:pt x="3168" y="179"/>
                  </a:cubicBezTo>
                  <a:cubicBezTo>
                    <a:pt x="3168" y="84"/>
                    <a:pt x="3084" y="1"/>
                    <a:pt x="29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 name="Google Shape;313;p41"/>
            <p:cNvSpPr/>
            <p:nvPr/>
          </p:nvSpPr>
          <p:spPr>
            <a:xfrm>
              <a:off x="1444060" y="3565818"/>
              <a:ext cx="100917" cy="11404"/>
            </a:xfrm>
            <a:custGeom>
              <a:avLst/>
              <a:gdLst/>
              <a:ahLst/>
              <a:cxnLst/>
              <a:rect l="l" t="t" r="r" b="b"/>
              <a:pathLst>
                <a:path w="3168" h="358" extrusionOk="0">
                  <a:moveTo>
                    <a:pt x="179" y="1"/>
                  </a:moveTo>
                  <a:cubicBezTo>
                    <a:pt x="72" y="1"/>
                    <a:pt x="1" y="72"/>
                    <a:pt x="1" y="179"/>
                  </a:cubicBezTo>
                  <a:cubicBezTo>
                    <a:pt x="1" y="286"/>
                    <a:pt x="72" y="358"/>
                    <a:pt x="179" y="358"/>
                  </a:cubicBezTo>
                  <a:lnTo>
                    <a:pt x="2989" y="358"/>
                  </a:lnTo>
                  <a:cubicBezTo>
                    <a:pt x="3096" y="358"/>
                    <a:pt x="3168" y="286"/>
                    <a:pt x="3168" y="179"/>
                  </a:cubicBezTo>
                  <a:cubicBezTo>
                    <a:pt x="3168" y="72"/>
                    <a:pt x="3084" y="1"/>
                    <a:pt x="29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41"/>
            <p:cNvSpPr/>
            <p:nvPr/>
          </p:nvSpPr>
          <p:spPr>
            <a:xfrm>
              <a:off x="1444060" y="3614747"/>
              <a:ext cx="100917" cy="11404"/>
            </a:xfrm>
            <a:custGeom>
              <a:avLst/>
              <a:gdLst/>
              <a:ahLst/>
              <a:cxnLst/>
              <a:rect l="l" t="t" r="r" b="b"/>
              <a:pathLst>
                <a:path w="3168" h="358" extrusionOk="0">
                  <a:moveTo>
                    <a:pt x="179" y="1"/>
                  </a:moveTo>
                  <a:cubicBezTo>
                    <a:pt x="72" y="1"/>
                    <a:pt x="1" y="72"/>
                    <a:pt x="1" y="179"/>
                  </a:cubicBezTo>
                  <a:cubicBezTo>
                    <a:pt x="1" y="274"/>
                    <a:pt x="72" y="358"/>
                    <a:pt x="179" y="358"/>
                  </a:cubicBezTo>
                  <a:lnTo>
                    <a:pt x="2989" y="358"/>
                  </a:lnTo>
                  <a:cubicBezTo>
                    <a:pt x="3096" y="358"/>
                    <a:pt x="3168" y="274"/>
                    <a:pt x="3168" y="179"/>
                  </a:cubicBezTo>
                  <a:cubicBezTo>
                    <a:pt x="3168" y="72"/>
                    <a:pt x="3084" y="1"/>
                    <a:pt x="29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 name="Google Shape;315;p41"/>
            <p:cNvSpPr/>
            <p:nvPr/>
          </p:nvSpPr>
          <p:spPr>
            <a:xfrm>
              <a:off x="1444060" y="3638256"/>
              <a:ext cx="100917" cy="11404"/>
            </a:xfrm>
            <a:custGeom>
              <a:avLst/>
              <a:gdLst/>
              <a:ahLst/>
              <a:cxnLst/>
              <a:rect l="l" t="t" r="r" b="b"/>
              <a:pathLst>
                <a:path w="3168" h="358" extrusionOk="0">
                  <a:moveTo>
                    <a:pt x="179" y="1"/>
                  </a:moveTo>
                  <a:cubicBezTo>
                    <a:pt x="72" y="1"/>
                    <a:pt x="1" y="72"/>
                    <a:pt x="1" y="179"/>
                  </a:cubicBezTo>
                  <a:cubicBezTo>
                    <a:pt x="1" y="287"/>
                    <a:pt x="72" y="358"/>
                    <a:pt x="179" y="358"/>
                  </a:cubicBezTo>
                  <a:lnTo>
                    <a:pt x="2989" y="358"/>
                  </a:lnTo>
                  <a:cubicBezTo>
                    <a:pt x="3096" y="358"/>
                    <a:pt x="3168" y="287"/>
                    <a:pt x="3168" y="179"/>
                  </a:cubicBezTo>
                  <a:cubicBezTo>
                    <a:pt x="3168" y="72"/>
                    <a:pt x="3084" y="1"/>
                    <a:pt x="29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 name="Google Shape;316;p41"/>
            <p:cNvSpPr/>
            <p:nvPr/>
          </p:nvSpPr>
          <p:spPr>
            <a:xfrm>
              <a:off x="1371622" y="3459454"/>
              <a:ext cx="70208" cy="57084"/>
            </a:xfrm>
            <a:custGeom>
              <a:avLst/>
              <a:gdLst/>
              <a:ahLst/>
              <a:cxnLst/>
              <a:rect l="l" t="t" r="r" b="b"/>
              <a:pathLst>
                <a:path w="2204" h="1792" extrusionOk="0">
                  <a:moveTo>
                    <a:pt x="1417" y="387"/>
                  </a:moveTo>
                  <a:lnTo>
                    <a:pt x="1417" y="470"/>
                  </a:lnTo>
                  <a:lnTo>
                    <a:pt x="1072" y="768"/>
                  </a:lnTo>
                  <a:lnTo>
                    <a:pt x="905" y="589"/>
                  </a:lnTo>
                  <a:cubicBezTo>
                    <a:pt x="873" y="544"/>
                    <a:pt x="823" y="523"/>
                    <a:pt x="773" y="523"/>
                  </a:cubicBezTo>
                  <a:cubicBezTo>
                    <a:pt x="731" y="523"/>
                    <a:pt x="688" y="538"/>
                    <a:pt x="655" y="566"/>
                  </a:cubicBezTo>
                  <a:cubicBezTo>
                    <a:pt x="584" y="625"/>
                    <a:pt x="584" y="744"/>
                    <a:pt x="632" y="827"/>
                  </a:cubicBezTo>
                  <a:lnTo>
                    <a:pt x="917" y="1125"/>
                  </a:lnTo>
                  <a:cubicBezTo>
                    <a:pt x="953" y="1161"/>
                    <a:pt x="989" y="1185"/>
                    <a:pt x="1048" y="1185"/>
                  </a:cubicBezTo>
                  <a:cubicBezTo>
                    <a:pt x="1096" y="1185"/>
                    <a:pt x="1132" y="1161"/>
                    <a:pt x="1167" y="1137"/>
                  </a:cubicBezTo>
                  <a:lnTo>
                    <a:pt x="1429" y="923"/>
                  </a:lnTo>
                  <a:lnTo>
                    <a:pt x="1417" y="1447"/>
                  </a:lnTo>
                  <a:lnTo>
                    <a:pt x="358" y="1447"/>
                  </a:lnTo>
                  <a:lnTo>
                    <a:pt x="358" y="387"/>
                  </a:lnTo>
                  <a:close/>
                  <a:moveTo>
                    <a:pt x="2007" y="1"/>
                  </a:moveTo>
                  <a:cubicBezTo>
                    <a:pt x="1966" y="1"/>
                    <a:pt x="1925" y="17"/>
                    <a:pt x="1894" y="54"/>
                  </a:cubicBezTo>
                  <a:lnTo>
                    <a:pt x="1727" y="185"/>
                  </a:lnTo>
                  <a:cubicBezTo>
                    <a:pt x="1679" y="89"/>
                    <a:pt x="1596" y="30"/>
                    <a:pt x="1489" y="30"/>
                  </a:cubicBezTo>
                  <a:lnTo>
                    <a:pt x="263" y="30"/>
                  </a:lnTo>
                  <a:cubicBezTo>
                    <a:pt x="120" y="30"/>
                    <a:pt x="1" y="149"/>
                    <a:pt x="1" y="304"/>
                  </a:cubicBezTo>
                  <a:lnTo>
                    <a:pt x="1" y="1518"/>
                  </a:lnTo>
                  <a:cubicBezTo>
                    <a:pt x="1" y="1673"/>
                    <a:pt x="120" y="1792"/>
                    <a:pt x="263" y="1792"/>
                  </a:cubicBezTo>
                  <a:lnTo>
                    <a:pt x="1489" y="1792"/>
                  </a:lnTo>
                  <a:cubicBezTo>
                    <a:pt x="1632" y="1792"/>
                    <a:pt x="1751" y="1673"/>
                    <a:pt x="1751" y="1518"/>
                  </a:cubicBezTo>
                  <a:lnTo>
                    <a:pt x="1751" y="613"/>
                  </a:lnTo>
                  <a:lnTo>
                    <a:pt x="2108" y="304"/>
                  </a:lnTo>
                  <a:cubicBezTo>
                    <a:pt x="2203" y="256"/>
                    <a:pt x="2203" y="137"/>
                    <a:pt x="2144" y="65"/>
                  </a:cubicBezTo>
                  <a:cubicBezTo>
                    <a:pt x="2111" y="26"/>
                    <a:pt x="2059" y="1"/>
                    <a:pt x="200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 name="Google Shape;317;p41"/>
            <p:cNvSpPr/>
            <p:nvPr/>
          </p:nvSpPr>
          <p:spPr>
            <a:xfrm>
              <a:off x="1371622" y="3532434"/>
              <a:ext cx="70208" cy="56543"/>
            </a:xfrm>
            <a:custGeom>
              <a:avLst/>
              <a:gdLst/>
              <a:ahLst/>
              <a:cxnLst/>
              <a:rect l="l" t="t" r="r" b="b"/>
              <a:pathLst>
                <a:path w="2204" h="1775" extrusionOk="0">
                  <a:moveTo>
                    <a:pt x="1417" y="382"/>
                  </a:moveTo>
                  <a:lnTo>
                    <a:pt x="1417" y="465"/>
                  </a:lnTo>
                  <a:lnTo>
                    <a:pt x="1072" y="763"/>
                  </a:lnTo>
                  <a:lnTo>
                    <a:pt x="905" y="584"/>
                  </a:lnTo>
                  <a:cubicBezTo>
                    <a:pt x="874" y="547"/>
                    <a:pt x="827" y="529"/>
                    <a:pt x="779" y="529"/>
                  </a:cubicBezTo>
                  <a:cubicBezTo>
                    <a:pt x="734" y="529"/>
                    <a:pt x="690" y="544"/>
                    <a:pt x="655" y="572"/>
                  </a:cubicBezTo>
                  <a:cubicBezTo>
                    <a:pt x="584" y="632"/>
                    <a:pt x="584" y="751"/>
                    <a:pt x="632" y="822"/>
                  </a:cubicBezTo>
                  <a:lnTo>
                    <a:pt x="917" y="1120"/>
                  </a:lnTo>
                  <a:cubicBezTo>
                    <a:pt x="953" y="1168"/>
                    <a:pt x="989" y="1180"/>
                    <a:pt x="1048" y="1180"/>
                  </a:cubicBezTo>
                  <a:cubicBezTo>
                    <a:pt x="1096" y="1180"/>
                    <a:pt x="1132" y="1168"/>
                    <a:pt x="1167" y="1132"/>
                  </a:cubicBezTo>
                  <a:lnTo>
                    <a:pt x="1429" y="930"/>
                  </a:lnTo>
                  <a:lnTo>
                    <a:pt x="1417" y="1430"/>
                  </a:lnTo>
                  <a:lnTo>
                    <a:pt x="358" y="1430"/>
                  </a:lnTo>
                  <a:lnTo>
                    <a:pt x="358" y="382"/>
                  </a:lnTo>
                  <a:close/>
                  <a:moveTo>
                    <a:pt x="2012" y="1"/>
                  </a:moveTo>
                  <a:cubicBezTo>
                    <a:pt x="1969" y="1"/>
                    <a:pt x="1926" y="16"/>
                    <a:pt x="1894" y="49"/>
                  </a:cubicBezTo>
                  <a:lnTo>
                    <a:pt x="1727" y="180"/>
                  </a:lnTo>
                  <a:cubicBezTo>
                    <a:pt x="1679" y="96"/>
                    <a:pt x="1596" y="13"/>
                    <a:pt x="1489" y="13"/>
                  </a:cubicBezTo>
                  <a:lnTo>
                    <a:pt x="263" y="13"/>
                  </a:lnTo>
                  <a:cubicBezTo>
                    <a:pt x="120" y="13"/>
                    <a:pt x="1" y="132"/>
                    <a:pt x="1" y="287"/>
                  </a:cubicBezTo>
                  <a:lnTo>
                    <a:pt x="1" y="1501"/>
                  </a:lnTo>
                  <a:cubicBezTo>
                    <a:pt x="1" y="1656"/>
                    <a:pt x="120" y="1775"/>
                    <a:pt x="263" y="1775"/>
                  </a:cubicBezTo>
                  <a:lnTo>
                    <a:pt x="1489" y="1775"/>
                  </a:lnTo>
                  <a:cubicBezTo>
                    <a:pt x="1632" y="1775"/>
                    <a:pt x="1751" y="1656"/>
                    <a:pt x="1751" y="1501"/>
                  </a:cubicBezTo>
                  <a:lnTo>
                    <a:pt x="1751" y="608"/>
                  </a:lnTo>
                  <a:lnTo>
                    <a:pt x="2108" y="299"/>
                  </a:lnTo>
                  <a:cubicBezTo>
                    <a:pt x="2203" y="239"/>
                    <a:pt x="2203" y="144"/>
                    <a:pt x="2144" y="60"/>
                  </a:cubicBezTo>
                  <a:cubicBezTo>
                    <a:pt x="2111" y="22"/>
                    <a:pt x="2062" y="1"/>
                    <a:pt x="201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 name="Google Shape;318;p41"/>
            <p:cNvSpPr/>
            <p:nvPr/>
          </p:nvSpPr>
          <p:spPr>
            <a:xfrm>
              <a:off x="1371622" y="3605254"/>
              <a:ext cx="70208" cy="55810"/>
            </a:xfrm>
            <a:custGeom>
              <a:avLst/>
              <a:gdLst/>
              <a:ahLst/>
              <a:cxnLst/>
              <a:rect l="l" t="t" r="r" b="b"/>
              <a:pathLst>
                <a:path w="2204" h="1752" extrusionOk="0">
                  <a:moveTo>
                    <a:pt x="1417" y="358"/>
                  </a:moveTo>
                  <a:lnTo>
                    <a:pt x="1417" y="489"/>
                  </a:lnTo>
                  <a:lnTo>
                    <a:pt x="1072" y="787"/>
                  </a:lnTo>
                  <a:lnTo>
                    <a:pt x="905" y="608"/>
                  </a:lnTo>
                  <a:cubicBezTo>
                    <a:pt x="874" y="571"/>
                    <a:pt x="827" y="553"/>
                    <a:pt x="779" y="553"/>
                  </a:cubicBezTo>
                  <a:cubicBezTo>
                    <a:pt x="734" y="553"/>
                    <a:pt x="690" y="568"/>
                    <a:pt x="655" y="596"/>
                  </a:cubicBezTo>
                  <a:cubicBezTo>
                    <a:pt x="584" y="644"/>
                    <a:pt x="584" y="775"/>
                    <a:pt x="632" y="846"/>
                  </a:cubicBezTo>
                  <a:lnTo>
                    <a:pt x="917" y="1144"/>
                  </a:lnTo>
                  <a:cubicBezTo>
                    <a:pt x="953" y="1192"/>
                    <a:pt x="989" y="1203"/>
                    <a:pt x="1048" y="1203"/>
                  </a:cubicBezTo>
                  <a:cubicBezTo>
                    <a:pt x="1096" y="1203"/>
                    <a:pt x="1132" y="1192"/>
                    <a:pt x="1167" y="1156"/>
                  </a:cubicBezTo>
                  <a:lnTo>
                    <a:pt x="1429" y="953"/>
                  </a:lnTo>
                  <a:lnTo>
                    <a:pt x="1417" y="1406"/>
                  </a:lnTo>
                  <a:lnTo>
                    <a:pt x="358" y="1406"/>
                  </a:lnTo>
                  <a:lnTo>
                    <a:pt x="358" y="358"/>
                  </a:lnTo>
                  <a:close/>
                  <a:moveTo>
                    <a:pt x="263" y="1"/>
                  </a:moveTo>
                  <a:cubicBezTo>
                    <a:pt x="120" y="1"/>
                    <a:pt x="1" y="120"/>
                    <a:pt x="1" y="263"/>
                  </a:cubicBezTo>
                  <a:lnTo>
                    <a:pt x="1" y="1489"/>
                  </a:lnTo>
                  <a:cubicBezTo>
                    <a:pt x="1" y="1632"/>
                    <a:pt x="120" y="1751"/>
                    <a:pt x="263" y="1751"/>
                  </a:cubicBezTo>
                  <a:lnTo>
                    <a:pt x="1489" y="1751"/>
                  </a:lnTo>
                  <a:cubicBezTo>
                    <a:pt x="1632" y="1751"/>
                    <a:pt x="1751" y="1632"/>
                    <a:pt x="1751" y="1489"/>
                  </a:cubicBezTo>
                  <a:lnTo>
                    <a:pt x="1751" y="632"/>
                  </a:lnTo>
                  <a:lnTo>
                    <a:pt x="2108" y="322"/>
                  </a:lnTo>
                  <a:cubicBezTo>
                    <a:pt x="2191" y="263"/>
                    <a:pt x="2203" y="144"/>
                    <a:pt x="2132" y="72"/>
                  </a:cubicBezTo>
                  <a:cubicBezTo>
                    <a:pt x="2107" y="47"/>
                    <a:pt x="2062" y="32"/>
                    <a:pt x="2014" y="32"/>
                  </a:cubicBezTo>
                  <a:cubicBezTo>
                    <a:pt x="1972" y="32"/>
                    <a:pt x="1927" y="44"/>
                    <a:pt x="1894" y="72"/>
                  </a:cubicBezTo>
                  <a:lnTo>
                    <a:pt x="1739" y="191"/>
                  </a:lnTo>
                  <a:cubicBezTo>
                    <a:pt x="1715" y="84"/>
                    <a:pt x="1608" y="1"/>
                    <a:pt x="14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9" name="Google Shape;319;p41"/>
          <p:cNvGrpSpPr/>
          <p:nvPr/>
        </p:nvGrpSpPr>
        <p:grpSpPr>
          <a:xfrm>
            <a:off x="5479469" y="1855617"/>
            <a:ext cx="320143" cy="392581"/>
            <a:chOff x="3086313" y="2877049"/>
            <a:chExt cx="320143" cy="392581"/>
          </a:xfrm>
        </p:grpSpPr>
        <p:sp>
          <p:nvSpPr>
            <p:cNvPr id="320" name="Google Shape;320;p41"/>
            <p:cNvSpPr/>
            <p:nvPr/>
          </p:nvSpPr>
          <p:spPr>
            <a:xfrm>
              <a:off x="3125749" y="2915371"/>
              <a:ext cx="240505" cy="354259"/>
            </a:xfrm>
            <a:custGeom>
              <a:avLst/>
              <a:gdLst/>
              <a:ahLst/>
              <a:cxnLst/>
              <a:rect l="l" t="t" r="r" b="b"/>
              <a:pathLst>
                <a:path w="7550" h="11121" extrusionOk="0">
                  <a:moveTo>
                    <a:pt x="3775" y="2929"/>
                  </a:moveTo>
                  <a:lnTo>
                    <a:pt x="3918" y="3120"/>
                  </a:lnTo>
                  <a:cubicBezTo>
                    <a:pt x="3871" y="3144"/>
                    <a:pt x="3823" y="3144"/>
                    <a:pt x="3775" y="3144"/>
                  </a:cubicBezTo>
                  <a:cubicBezTo>
                    <a:pt x="3740" y="3132"/>
                    <a:pt x="3692" y="3120"/>
                    <a:pt x="3644" y="3120"/>
                  </a:cubicBezTo>
                  <a:lnTo>
                    <a:pt x="3775" y="2929"/>
                  </a:lnTo>
                  <a:close/>
                  <a:moveTo>
                    <a:pt x="4168" y="3501"/>
                  </a:moveTo>
                  <a:lnTo>
                    <a:pt x="4299" y="3703"/>
                  </a:lnTo>
                  <a:cubicBezTo>
                    <a:pt x="4126" y="3751"/>
                    <a:pt x="3948" y="3775"/>
                    <a:pt x="3769" y="3775"/>
                  </a:cubicBezTo>
                  <a:cubicBezTo>
                    <a:pt x="3591" y="3775"/>
                    <a:pt x="3412" y="3751"/>
                    <a:pt x="3239" y="3703"/>
                  </a:cubicBezTo>
                  <a:lnTo>
                    <a:pt x="3382" y="3501"/>
                  </a:lnTo>
                  <a:cubicBezTo>
                    <a:pt x="3513" y="3560"/>
                    <a:pt x="3644" y="3572"/>
                    <a:pt x="3775" y="3572"/>
                  </a:cubicBezTo>
                  <a:cubicBezTo>
                    <a:pt x="3918" y="3572"/>
                    <a:pt x="4049" y="3537"/>
                    <a:pt x="4168" y="3501"/>
                  </a:cubicBezTo>
                  <a:close/>
                  <a:moveTo>
                    <a:pt x="3120" y="4132"/>
                  </a:moveTo>
                  <a:cubicBezTo>
                    <a:pt x="3275" y="4180"/>
                    <a:pt x="3418" y="4191"/>
                    <a:pt x="3561" y="4215"/>
                  </a:cubicBezTo>
                  <a:lnTo>
                    <a:pt x="3561" y="8109"/>
                  </a:lnTo>
                  <a:lnTo>
                    <a:pt x="3120" y="8109"/>
                  </a:lnTo>
                  <a:lnTo>
                    <a:pt x="3120" y="4132"/>
                  </a:lnTo>
                  <a:close/>
                  <a:moveTo>
                    <a:pt x="4430" y="4132"/>
                  </a:moveTo>
                  <a:lnTo>
                    <a:pt x="4430" y="8109"/>
                  </a:lnTo>
                  <a:lnTo>
                    <a:pt x="4001" y="8109"/>
                  </a:lnTo>
                  <a:lnTo>
                    <a:pt x="4001" y="4215"/>
                  </a:lnTo>
                  <a:cubicBezTo>
                    <a:pt x="4156" y="4191"/>
                    <a:pt x="4287" y="4180"/>
                    <a:pt x="4430" y="4132"/>
                  </a:cubicBezTo>
                  <a:close/>
                  <a:moveTo>
                    <a:pt x="3799" y="441"/>
                  </a:moveTo>
                  <a:cubicBezTo>
                    <a:pt x="4668" y="441"/>
                    <a:pt x="5490" y="786"/>
                    <a:pt x="6121" y="1394"/>
                  </a:cubicBezTo>
                  <a:cubicBezTo>
                    <a:pt x="6752" y="2025"/>
                    <a:pt x="7097" y="2858"/>
                    <a:pt x="7097" y="3751"/>
                  </a:cubicBezTo>
                  <a:cubicBezTo>
                    <a:pt x="7097" y="4620"/>
                    <a:pt x="6752" y="5442"/>
                    <a:pt x="6157" y="6073"/>
                  </a:cubicBezTo>
                  <a:cubicBezTo>
                    <a:pt x="5609" y="6632"/>
                    <a:pt x="5299" y="7347"/>
                    <a:pt x="5240" y="8109"/>
                  </a:cubicBezTo>
                  <a:lnTo>
                    <a:pt x="4883" y="8109"/>
                  </a:lnTo>
                  <a:lnTo>
                    <a:pt x="4883" y="3822"/>
                  </a:lnTo>
                  <a:cubicBezTo>
                    <a:pt x="4883" y="3775"/>
                    <a:pt x="4871" y="3739"/>
                    <a:pt x="4835" y="3703"/>
                  </a:cubicBezTo>
                  <a:lnTo>
                    <a:pt x="3978" y="2406"/>
                  </a:lnTo>
                  <a:cubicBezTo>
                    <a:pt x="3930" y="2346"/>
                    <a:pt x="3871" y="2310"/>
                    <a:pt x="3799" y="2310"/>
                  </a:cubicBezTo>
                  <a:cubicBezTo>
                    <a:pt x="3716" y="2310"/>
                    <a:pt x="3644" y="2334"/>
                    <a:pt x="3620" y="2406"/>
                  </a:cubicBezTo>
                  <a:lnTo>
                    <a:pt x="2751" y="3703"/>
                  </a:lnTo>
                  <a:cubicBezTo>
                    <a:pt x="2728" y="3739"/>
                    <a:pt x="2704" y="3775"/>
                    <a:pt x="2704" y="3822"/>
                  </a:cubicBezTo>
                  <a:lnTo>
                    <a:pt x="2704" y="8109"/>
                  </a:lnTo>
                  <a:lnTo>
                    <a:pt x="2347" y="8109"/>
                  </a:lnTo>
                  <a:cubicBezTo>
                    <a:pt x="2287" y="7347"/>
                    <a:pt x="1977" y="6632"/>
                    <a:pt x="1430" y="6073"/>
                  </a:cubicBezTo>
                  <a:cubicBezTo>
                    <a:pt x="834" y="5465"/>
                    <a:pt x="501" y="4656"/>
                    <a:pt x="489" y="3810"/>
                  </a:cubicBezTo>
                  <a:cubicBezTo>
                    <a:pt x="477" y="2929"/>
                    <a:pt x="823" y="2096"/>
                    <a:pt x="1430" y="1453"/>
                  </a:cubicBezTo>
                  <a:cubicBezTo>
                    <a:pt x="2049" y="822"/>
                    <a:pt x="2870" y="453"/>
                    <a:pt x="3751" y="441"/>
                  </a:cubicBezTo>
                  <a:close/>
                  <a:moveTo>
                    <a:pt x="5228" y="8561"/>
                  </a:moveTo>
                  <a:lnTo>
                    <a:pt x="5228" y="8835"/>
                  </a:lnTo>
                  <a:lnTo>
                    <a:pt x="5228" y="8883"/>
                  </a:lnTo>
                  <a:lnTo>
                    <a:pt x="2335" y="8883"/>
                  </a:lnTo>
                  <a:lnTo>
                    <a:pt x="2335" y="8835"/>
                  </a:lnTo>
                  <a:lnTo>
                    <a:pt x="2335" y="8561"/>
                  </a:lnTo>
                  <a:close/>
                  <a:moveTo>
                    <a:pt x="5121" y="9311"/>
                  </a:moveTo>
                  <a:cubicBezTo>
                    <a:pt x="4942" y="9752"/>
                    <a:pt x="4525" y="10026"/>
                    <a:pt x="4037" y="10026"/>
                  </a:cubicBezTo>
                  <a:lnTo>
                    <a:pt x="3525" y="10026"/>
                  </a:lnTo>
                  <a:cubicBezTo>
                    <a:pt x="3037" y="10026"/>
                    <a:pt x="2620" y="9728"/>
                    <a:pt x="2442" y="9311"/>
                  </a:cubicBezTo>
                  <a:close/>
                  <a:moveTo>
                    <a:pt x="4049" y="10478"/>
                  </a:moveTo>
                  <a:cubicBezTo>
                    <a:pt x="4061" y="10478"/>
                    <a:pt x="4109" y="10478"/>
                    <a:pt x="4132" y="10490"/>
                  </a:cubicBezTo>
                  <a:cubicBezTo>
                    <a:pt x="4132" y="10597"/>
                    <a:pt x="4049" y="10668"/>
                    <a:pt x="3954" y="10668"/>
                  </a:cubicBezTo>
                  <a:lnTo>
                    <a:pt x="3620" y="10668"/>
                  </a:lnTo>
                  <a:cubicBezTo>
                    <a:pt x="3513" y="10668"/>
                    <a:pt x="3442" y="10585"/>
                    <a:pt x="3442" y="10490"/>
                  </a:cubicBezTo>
                  <a:lnTo>
                    <a:pt x="3442" y="10478"/>
                  </a:lnTo>
                  <a:close/>
                  <a:moveTo>
                    <a:pt x="3762" y="0"/>
                  </a:moveTo>
                  <a:cubicBezTo>
                    <a:pt x="3746" y="0"/>
                    <a:pt x="3731" y="0"/>
                    <a:pt x="3716" y="0"/>
                  </a:cubicBezTo>
                  <a:cubicBezTo>
                    <a:pt x="1656" y="24"/>
                    <a:pt x="1" y="1739"/>
                    <a:pt x="13" y="3810"/>
                  </a:cubicBezTo>
                  <a:cubicBezTo>
                    <a:pt x="25" y="4775"/>
                    <a:pt x="406" y="5680"/>
                    <a:pt x="1073" y="6370"/>
                  </a:cubicBezTo>
                  <a:cubicBezTo>
                    <a:pt x="1596" y="6906"/>
                    <a:pt x="1870" y="7609"/>
                    <a:pt x="1870" y="8335"/>
                  </a:cubicBezTo>
                  <a:lnTo>
                    <a:pt x="1870" y="8835"/>
                  </a:lnTo>
                  <a:cubicBezTo>
                    <a:pt x="1870" y="9549"/>
                    <a:pt x="2335" y="10168"/>
                    <a:pt x="2966" y="10383"/>
                  </a:cubicBezTo>
                  <a:lnTo>
                    <a:pt x="2966" y="10490"/>
                  </a:lnTo>
                  <a:cubicBezTo>
                    <a:pt x="2966" y="10835"/>
                    <a:pt x="3239" y="11121"/>
                    <a:pt x="3585" y="11121"/>
                  </a:cubicBezTo>
                  <a:lnTo>
                    <a:pt x="3930" y="11121"/>
                  </a:lnTo>
                  <a:cubicBezTo>
                    <a:pt x="4275" y="11121"/>
                    <a:pt x="4549" y="10835"/>
                    <a:pt x="4549" y="10490"/>
                  </a:cubicBezTo>
                  <a:lnTo>
                    <a:pt x="4549" y="10383"/>
                  </a:lnTo>
                  <a:cubicBezTo>
                    <a:pt x="5192" y="10168"/>
                    <a:pt x="5645" y="9549"/>
                    <a:pt x="5645" y="8835"/>
                  </a:cubicBezTo>
                  <a:lnTo>
                    <a:pt x="5645" y="8335"/>
                  </a:lnTo>
                  <a:cubicBezTo>
                    <a:pt x="5645" y="7609"/>
                    <a:pt x="5918" y="6918"/>
                    <a:pt x="6442" y="6382"/>
                  </a:cubicBezTo>
                  <a:cubicBezTo>
                    <a:pt x="7133" y="5680"/>
                    <a:pt x="7502" y="4751"/>
                    <a:pt x="7502" y="3763"/>
                  </a:cubicBezTo>
                  <a:cubicBezTo>
                    <a:pt x="7550" y="2751"/>
                    <a:pt x="7145" y="1798"/>
                    <a:pt x="6418" y="1084"/>
                  </a:cubicBezTo>
                  <a:cubicBezTo>
                    <a:pt x="5715" y="380"/>
                    <a:pt x="4757" y="0"/>
                    <a:pt x="376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 name="Google Shape;321;p41"/>
            <p:cNvSpPr/>
            <p:nvPr/>
          </p:nvSpPr>
          <p:spPr>
            <a:xfrm>
              <a:off x="3263076" y="2942511"/>
              <a:ext cx="79287" cy="99579"/>
            </a:xfrm>
            <a:custGeom>
              <a:avLst/>
              <a:gdLst/>
              <a:ahLst/>
              <a:cxnLst/>
              <a:rect l="l" t="t" r="r" b="b"/>
              <a:pathLst>
                <a:path w="2489" h="3126" extrusionOk="0">
                  <a:moveTo>
                    <a:pt x="246" y="1"/>
                  </a:moveTo>
                  <a:cubicBezTo>
                    <a:pt x="146" y="1"/>
                    <a:pt x="56" y="59"/>
                    <a:pt x="36" y="161"/>
                  </a:cubicBezTo>
                  <a:cubicBezTo>
                    <a:pt x="0" y="280"/>
                    <a:pt x="60" y="399"/>
                    <a:pt x="179" y="422"/>
                  </a:cubicBezTo>
                  <a:cubicBezTo>
                    <a:pt x="1286" y="744"/>
                    <a:pt x="2048" y="1768"/>
                    <a:pt x="2048" y="2899"/>
                  </a:cubicBezTo>
                  <a:cubicBezTo>
                    <a:pt x="2048" y="3018"/>
                    <a:pt x="2143" y="3125"/>
                    <a:pt x="2262" y="3125"/>
                  </a:cubicBezTo>
                  <a:cubicBezTo>
                    <a:pt x="2381" y="3125"/>
                    <a:pt x="2488" y="3018"/>
                    <a:pt x="2488" y="2899"/>
                  </a:cubicBezTo>
                  <a:cubicBezTo>
                    <a:pt x="2488" y="1577"/>
                    <a:pt x="1595" y="387"/>
                    <a:pt x="298" y="6"/>
                  </a:cubicBezTo>
                  <a:cubicBezTo>
                    <a:pt x="280" y="2"/>
                    <a:pt x="263" y="1"/>
                    <a:pt x="24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 name="Google Shape;322;p41"/>
            <p:cNvSpPr/>
            <p:nvPr/>
          </p:nvSpPr>
          <p:spPr>
            <a:xfrm>
              <a:off x="3237656" y="2939262"/>
              <a:ext cx="20897" cy="14462"/>
            </a:xfrm>
            <a:custGeom>
              <a:avLst/>
              <a:gdLst/>
              <a:ahLst/>
              <a:cxnLst/>
              <a:rect l="l" t="t" r="r" b="b"/>
              <a:pathLst>
                <a:path w="656" h="454" extrusionOk="0">
                  <a:moveTo>
                    <a:pt x="227" y="1"/>
                  </a:moveTo>
                  <a:cubicBezTo>
                    <a:pt x="107" y="1"/>
                    <a:pt x="0" y="108"/>
                    <a:pt x="0" y="227"/>
                  </a:cubicBezTo>
                  <a:cubicBezTo>
                    <a:pt x="0" y="346"/>
                    <a:pt x="107" y="453"/>
                    <a:pt x="227" y="453"/>
                  </a:cubicBezTo>
                  <a:lnTo>
                    <a:pt x="417" y="453"/>
                  </a:lnTo>
                  <a:cubicBezTo>
                    <a:pt x="536" y="453"/>
                    <a:pt x="619" y="358"/>
                    <a:pt x="643" y="251"/>
                  </a:cubicBezTo>
                  <a:cubicBezTo>
                    <a:pt x="655" y="108"/>
                    <a:pt x="560" y="1"/>
                    <a:pt x="42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41"/>
            <p:cNvSpPr/>
            <p:nvPr/>
          </p:nvSpPr>
          <p:spPr>
            <a:xfrm>
              <a:off x="3379888" y="3029539"/>
              <a:ext cx="26567" cy="14048"/>
            </a:xfrm>
            <a:custGeom>
              <a:avLst/>
              <a:gdLst/>
              <a:ahLst/>
              <a:cxnLst/>
              <a:rect l="l" t="t" r="r" b="b"/>
              <a:pathLst>
                <a:path w="834" h="441" extrusionOk="0">
                  <a:moveTo>
                    <a:pt x="226" y="0"/>
                  </a:moveTo>
                  <a:cubicBezTo>
                    <a:pt x="107" y="0"/>
                    <a:pt x="0" y="107"/>
                    <a:pt x="0" y="226"/>
                  </a:cubicBezTo>
                  <a:cubicBezTo>
                    <a:pt x="0" y="346"/>
                    <a:pt x="107" y="441"/>
                    <a:pt x="226" y="441"/>
                  </a:cubicBezTo>
                  <a:lnTo>
                    <a:pt x="607" y="441"/>
                  </a:lnTo>
                  <a:cubicBezTo>
                    <a:pt x="726" y="441"/>
                    <a:pt x="834" y="346"/>
                    <a:pt x="834" y="226"/>
                  </a:cubicBezTo>
                  <a:cubicBezTo>
                    <a:pt x="822" y="107"/>
                    <a:pt x="726" y="0"/>
                    <a:pt x="60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324;p41"/>
            <p:cNvSpPr/>
            <p:nvPr/>
          </p:nvSpPr>
          <p:spPr>
            <a:xfrm>
              <a:off x="3086313" y="3029539"/>
              <a:ext cx="26599" cy="14048"/>
            </a:xfrm>
            <a:custGeom>
              <a:avLst/>
              <a:gdLst/>
              <a:ahLst/>
              <a:cxnLst/>
              <a:rect l="l" t="t" r="r" b="b"/>
              <a:pathLst>
                <a:path w="835" h="441" extrusionOk="0">
                  <a:moveTo>
                    <a:pt x="227" y="0"/>
                  </a:moveTo>
                  <a:cubicBezTo>
                    <a:pt x="108" y="0"/>
                    <a:pt x="1" y="107"/>
                    <a:pt x="1" y="226"/>
                  </a:cubicBezTo>
                  <a:cubicBezTo>
                    <a:pt x="1" y="346"/>
                    <a:pt x="108" y="441"/>
                    <a:pt x="227" y="441"/>
                  </a:cubicBezTo>
                  <a:lnTo>
                    <a:pt x="608" y="441"/>
                  </a:lnTo>
                  <a:cubicBezTo>
                    <a:pt x="727" y="441"/>
                    <a:pt x="834" y="346"/>
                    <a:pt x="834" y="226"/>
                  </a:cubicBezTo>
                  <a:cubicBezTo>
                    <a:pt x="834" y="107"/>
                    <a:pt x="727" y="0"/>
                    <a:pt x="60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 name="Google Shape;325;p41"/>
            <p:cNvSpPr/>
            <p:nvPr/>
          </p:nvSpPr>
          <p:spPr>
            <a:xfrm>
              <a:off x="3359788" y="2953469"/>
              <a:ext cx="26567" cy="20355"/>
            </a:xfrm>
            <a:custGeom>
              <a:avLst/>
              <a:gdLst/>
              <a:ahLst/>
              <a:cxnLst/>
              <a:rect l="l" t="t" r="r" b="b"/>
              <a:pathLst>
                <a:path w="834" h="639" extrusionOk="0">
                  <a:moveTo>
                    <a:pt x="594" y="0"/>
                  </a:moveTo>
                  <a:cubicBezTo>
                    <a:pt x="555" y="0"/>
                    <a:pt x="514" y="13"/>
                    <a:pt x="476" y="43"/>
                  </a:cubicBezTo>
                  <a:lnTo>
                    <a:pt x="155" y="233"/>
                  </a:lnTo>
                  <a:cubicBezTo>
                    <a:pt x="48" y="293"/>
                    <a:pt x="0" y="424"/>
                    <a:pt x="83" y="531"/>
                  </a:cubicBezTo>
                  <a:cubicBezTo>
                    <a:pt x="119" y="602"/>
                    <a:pt x="203" y="638"/>
                    <a:pt x="274" y="638"/>
                  </a:cubicBezTo>
                  <a:cubicBezTo>
                    <a:pt x="310" y="638"/>
                    <a:pt x="345" y="614"/>
                    <a:pt x="381" y="602"/>
                  </a:cubicBezTo>
                  <a:lnTo>
                    <a:pt x="703" y="412"/>
                  </a:lnTo>
                  <a:cubicBezTo>
                    <a:pt x="810" y="352"/>
                    <a:pt x="834" y="221"/>
                    <a:pt x="774" y="114"/>
                  </a:cubicBezTo>
                  <a:cubicBezTo>
                    <a:pt x="735" y="45"/>
                    <a:pt x="667" y="0"/>
                    <a:pt x="59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 name="Google Shape;326;p41"/>
            <p:cNvSpPr/>
            <p:nvPr/>
          </p:nvSpPr>
          <p:spPr>
            <a:xfrm>
              <a:off x="3106413" y="3100034"/>
              <a:ext cx="26599" cy="20164"/>
            </a:xfrm>
            <a:custGeom>
              <a:avLst/>
              <a:gdLst/>
              <a:ahLst/>
              <a:cxnLst/>
              <a:rect l="l" t="t" r="r" b="b"/>
              <a:pathLst>
                <a:path w="835" h="633" extrusionOk="0">
                  <a:moveTo>
                    <a:pt x="590" y="0"/>
                  </a:moveTo>
                  <a:cubicBezTo>
                    <a:pt x="550" y="0"/>
                    <a:pt x="511" y="12"/>
                    <a:pt x="477" y="38"/>
                  </a:cubicBezTo>
                  <a:lnTo>
                    <a:pt x="144" y="228"/>
                  </a:lnTo>
                  <a:cubicBezTo>
                    <a:pt x="36" y="288"/>
                    <a:pt x="1" y="419"/>
                    <a:pt x="72" y="526"/>
                  </a:cubicBezTo>
                  <a:cubicBezTo>
                    <a:pt x="108" y="597"/>
                    <a:pt x="191" y="633"/>
                    <a:pt x="263" y="633"/>
                  </a:cubicBezTo>
                  <a:cubicBezTo>
                    <a:pt x="310" y="633"/>
                    <a:pt x="334" y="609"/>
                    <a:pt x="370" y="597"/>
                  </a:cubicBezTo>
                  <a:lnTo>
                    <a:pt x="691" y="407"/>
                  </a:lnTo>
                  <a:cubicBezTo>
                    <a:pt x="787" y="347"/>
                    <a:pt x="834" y="216"/>
                    <a:pt x="775" y="109"/>
                  </a:cubicBezTo>
                  <a:cubicBezTo>
                    <a:pt x="736" y="40"/>
                    <a:pt x="663" y="0"/>
                    <a:pt x="59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 name="Google Shape;327;p41"/>
            <p:cNvSpPr/>
            <p:nvPr/>
          </p:nvSpPr>
          <p:spPr>
            <a:xfrm>
              <a:off x="3308565" y="2897277"/>
              <a:ext cx="22044" cy="24178"/>
            </a:xfrm>
            <a:custGeom>
              <a:avLst/>
              <a:gdLst/>
              <a:ahLst/>
              <a:cxnLst/>
              <a:rect l="l" t="t" r="r" b="b"/>
              <a:pathLst>
                <a:path w="692" h="759" extrusionOk="0">
                  <a:moveTo>
                    <a:pt x="441" y="1"/>
                  </a:moveTo>
                  <a:cubicBezTo>
                    <a:pt x="369" y="1"/>
                    <a:pt x="301" y="35"/>
                    <a:pt x="263" y="104"/>
                  </a:cubicBezTo>
                  <a:lnTo>
                    <a:pt x="60" y="438"/>
                  </a:lnTo>
                  <a:cubicBezTo>
                    <a:pt x="1" y="533"/>
                    <a:pt x="37" y="676"/>
                    <a:pt x="144" y="735"/>
                  </a:cubicBezTo>
                  <a:cubicBezTo>
                    <a:pt x="167" y="747"/>
                    <a:pt x="215" y="759"/>
                    <a:pt x="239" y="759"/>
                  </a:cubicBezTo>
                  <a:cubicBezTo>
                    <a:pt x="322" y="759"/>
                    <a:pt x="394" y="711"/>
                    <a:pt x="441" y="652"/>
                  </a:cubicBezTo>
                  <a:lnTo>
                    <a:pt x="632" y="330"/>
                  </a:lnTo>
                  <a:cubicBezTo>
                    <a:pt x="691" y="223"/>
                    <a:pt x="656" y="92"/>
                    <a:pt x="560" y="33"/>
                  </a:cubicBezTo>
                  <a:cubicBezTo>
                    <a:pt x="522" y="11"/>
                    <a:pt x="481" y="1"/>
                    <a:pt x="4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 name="Google Shape;328;p41"/>
            <p:cNvSpPr/>
            <p:nvPr/>
          </p:nvSpPr>
          <p:spPr>
            <a:xfrm>
              <a:off x="3239153" y="2877049"/>
              <a:ext cx="14080" cy="26599"/>
            </a:xfrm>
            <a:custGeom>
              <a:avLst/>
              <a:gdLst/>
              <a:ahLst/>
              <a:cxnLst/>
              <a:rect l="l" t="t" r="r" b="b"/>
              <a:pathLst>
                <a:path w="442" h="835" extrusionOk="0">
                  <a:moveTo>
                    <a:pt x="215" y="1"/>
                  </a:moveTo>
                  <a:cubicBezTo>
                    <a:pt x="96" y="1"/>
                    <a:pt x="1" y="96"/>
                    <a:pt x="1" y="215"/>
                  </a:cubicBezTo>
                  <a:lnTo>
                    <a:pt x="1" y="608"/>
                  </a:lnTo>
                  <a:cubicBezTo>
                    <a:pt x="1" y="727"/>
                    <a:pt x="96" y="834"/>
                    <a:pt x="215" y="834"/>
                  </a:cubicBezTo>
                  <a:cubicBezTo>
                    <a:pt x="334" y="834"/>
                    <a:pt x="441" y="727"/>
                    <a:pt x="441" y="608"/>
                  </a:cubicBezTo>
                  <a:lnTo>
                    <a:pt x="441" y="215"/>
                  </a:lnTo>
                  <a:cubicBezTo>
                    <a:pt x="441" y="96"/>
                    <a:pt x="358" y="1"/>
                    <a:pt x="21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41"/>
            <p:cNvSpPr/>
            <p:nvPr/>
          </p:nvSpPr>
          <p:spPr>
            <a:xfrm>
              <a:off x="3161809" y="2897500"/>
              <a:ext cx="22394" cy="24337"/>
            </a:xfrm>
            <a:custGeom>
              <a:avLst/>
              <a:gdLst/>
              <a:ahLst/>
              <a:cxnLst/>
              <a:rect l="l" t="t" r="r" b="b"/>
              <a:pathLst>
                <a:path w="703" h="764" extrusionOk="0">
                  <a:moveTo>
                    <a:pt x="262" y="0"/>
                  </a:moveTo>
                  <a:cubicBezTo>
                    <a:pt x="222" y="0"/>
                    <a:pt x="181" y="12"/>
                    <a:pt x="143" y="38"/>
                  </a:cubicBezTo>
                  <a:cubicBezTo>
                    <a:pt x="48" y="97"/>
                    <a:pt x="0" y="228"/>
                    <a:pt x="72" y="335"/>
                  </a:cubicBezTo>
                  <a:lnTo>
                    <a:pt x="262" y="669"/>
                  </a:lnTo>
                  <a:cubicBezTo>
                    <a:pt x="310" y="740"/>
                    <a:pt x="381" y="764"/>
                    <a:pt x="464" y="764"/>
                  </a:cubicBezTo>
                  <a:cubicBezTo>
                    <a:pt x="500" y="764"/>
                    <a:pt x="536" y="752"/>
                    <a:pt x="560" y="740"/>
                  </a:cubicBezTo>
                  <a:cubicBezTo>
                    <a:pt x="667" y="681"/>
                    <a:pt x="703" y="550"/>
                    <a:pt x="643" y="442"/>
                  </a:cubicBezTo>
                  <a:lnTo>
                    <a:pt x="441" y="109"/>
                  </a:lnTo>
                  <a:cubicBezTo>
                    <a:pt x="402" y="40"/>
                    <a:pt x="334" y="0"/>
                    <a:pt x="26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41"/>
            <p:cNvSpPr/>
            <p:nvPr/>
          </p:nvSpPr>
          <p:spPr>
            <a:xfrm>
              <a:off x="3106413" y="2953151"/>
              <a:ext cx="26599" cy="19909"/>
            </a:xfrm>
            <a:custGeom>
              <a:avLst/>
              <a:gdLst/>
              <a:ahLst/>
              <a:cxnLst/>
              <a:rect l="l" t="t" r="r" b="b"/>
              <a:pathLst>
                <a:path w="835" h="625" extrusionOk="0">
                  <a:moveTo>
                    <a:pt x="246" y="0"/>
                  </a:moveTo>
                  <a:cubicBezTo>
                    <a:pt x="168" y="0"/>
                    <a:pt x="92" y="40"/>
                    <a:pt x="60" y="112"/>
                  </a:cubicBezTo>
                  <a:cubicBezTo>
                    <a:pt x="1" y="208"/>
                    <a:pt x="25" y="350"/>
                    <a:pt x="132" y="410"/>
                  </a:cubicBezTo>
                  <a:lnTo>
                    <a:pt x="453" y="600"/>
                  </a:lnTo>
                  <a:cubicBezTo>
                    <a:pt x="489" y="612"/>
                    <a:pt x="537" y="624"/>
                    <a:pt x="560" y="624"/>
                  </a:cubicBezTo>
                  <a:cubicBezTo>
                    <a:pt x="632" y="624"/>
                    <a:pt x="715" y="589"/>
                    <a:pt x="751" y="529"/>
                  </a:cubicBezTo>
                  <a:cubicBezTo>
                    <a:pt x="834" y="422"/>
                    <a:pt x="787" y="291"/>
                    <a:pt x="679" y="231"/>
                  </a:cubicBezTo>
                  <a:lnTo>
                    <a:pt x="358" y="29"/>
                  </a:lnTo>
                  <a:cubicBezTo>
                    <a:pt x="323" y="10"/>
                    <a:pt x="284" y="0"/>
                    <a:pt x="24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331;p41"/>
            <p:cNvSpPr/>
            <p:nvPr/>
          </p:nvSpPr>
          <p:spPr>
            <a:xfrm>
              <a:off x="3360520" y="3099811"/>
              <a:ext cx="25834" cy="20005"/>
            </a:xfrm>
            <a:custGeom>
              <a:avLst/>
              <a:gdLst/>
              <a:ahLst/>
              <a:cxnLst/>
              <a:rect l="l" t="t" r="r" b="b"/>
              <a:pathLst>
                <a:path w="811" h="628" extrusionOk="0">
                  <a:moveTo>
                    <a:pt x="239" y="1"/>
                  </a:moveTo>
                  <a:cubicBezTo>
                    <a:pt x="167" y="1"/>
                    <a:pt x="99" y="35"/>
                    <a:pt x="60" y="104"/>
                  </a:cubicBezTo>
                  <a:cubicBezTo>
                    <a:pt x="1" y="211"/>
                    <a:pt x="25" y="342"/>
                    <a:pt x="132" y="402"/>
                  </a:cubicBezTo>
                  <a:lnTo>
                    <a:pt x="453" y="592"/>
                  </a:lnTo>
                  <a:cubicBezTo>
                    <a:pt x="489" y="604"/>
                    <a:pt x="537" y="628"/>
                    <a:pt x="561" y="628"/>
                  </a:cubicBezTo>
                  <a:cubicBezTo>
                    <a:pt x="632" y="628"/>
                    <a:pt x="715" y="580"/>
                    <a:pt x="751" y="521"/>
                  </a:cubicBezTo>
                  <a:cubicBezTo>
                    <a:pt x="811" y="426"/>
                    <a:pt x="787" y="283"/>
                    <a:pt x="680" y="223"/>
                  </a:cubicBezTo>
                  <a:lnTo>
                    <a:pt x="358" y="33"/>
                  </a:lnTo>
                  <a:cubicBezTo>
                    <a:pt x="320" y="11"/>
                    <a:pt x="279" y="1"/>
                    <a:pt x="2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2" name="Google Shape;332;p41"/>
          <p:cNvGrpSpPr/>
          <p:nvPr/>
        </p:nvGrpSpPr>
        <p:grpSpPr>
          <a:xfrm>
            <a:off x="1100571" y="1855587"/>
            <a:ext cx="393862" cy="392583"/>
            <a:chOff x="852385" y="1510916"/>
            <a:chExt cx="353145" cy="351998"/>
          </a:xfrm>
        </p:grpSpPr>
        <p:sp>
          <p:nvSpPr>
            <p:cNvPr id="333" name="Google Shape;333;p41"/>
            <p:cNvSpPr/>
            <p:nvPr/>
          </p:nvSpPr>
          <p:spPr>
            <a:xfrm>
              <a:off x="852385" y="1510916"/>
              <a:ext cx="353145" cy="187785"/>
            </a:xfrm>
            <a:custGeom>
              <a:avLst/>
              <a:gdLst/>
              <a:ahLst/>
              <a:cxnLst/>
              <a:rect l="l" t="t" r="r" b="b"/>
              <a:pathLst>
                <a:path w="11086" h="5895" extrusionOk="0">
                  <a:moveTo>
                    <a:pt x="6145" y="334"/>
                  </a:moveTo>
                  <a:lnTo>
                    <a:pt x="6145" y="703"/>
                  </a:lnTo>
                  <a:lnTo>
                    <a:pt x="4942" y="703"/>
                  </a:lnTo>
                  <a:lnTo>
                    <a:pt x="4942" y="334"/>
                  </a:lnTo>
                  <a:close/>
                  <a:moveTo>
                    <a:pt x="10764" y="1025"/>
                  </a:moveTo>
                  <a:lnTo>
                    <a:pt x="10764" y="1596"/>
                  </a:lnTo>
                  <a:lnTo>
                    <a:pt x="346" y="1596"/>
                  </a:lnTo>
                  <a:lnTo>
                    <a:pt x="346" y="1025"/>
                  </a:lnTo>
                  <a:close/>
                  <a:moveTo>
                    <a:pt x="4775" y="1"/>
                  </a:moveTo>
                  <a:cubicBezTo>
                    <a:pt x="4692" y="1"/>
                    <a:pt x="4621" y="84"/>
                    <a:pt x="4621" y="167"/>
                  </a:cubicBezTo>
                  <a:lnTo>
                    <a:pt x="4621" y="703"/>
                  </a:lnTo>
                  <a:lnTo>
                    <a:pt x="168" y="703"/>
                  </a:lnTo>
                  <a:cubicBezTo>
                    <a:pt x="72" y="703"/>
                    <a:pt x="1" y="775"/>
                    <a:pt x="1" y="870"/>
                  </a:cubicBezTo>
                  <a:lnTo>
                    <a:pt x="1" y="1751"/>
                  </a:lnTo>
                  <a:cubicBezTo>
                    <a:pt x="1" y="1834"/>
                    <a:pt x="72" y="1906"/>
                    <a:pt x="168" y="1906"/>
                  </a:cubicBezTo>
                  <a:lnTo>
                    <a:pt x="656" y="1906"/>
                  </a:lnTo>
                  <a:lnTo>
                    <a:pt x="656" y="2620"/>
                  </a:lnTo>
                  <a:cubicBezTo>
                    <a:pt x="656" y="2715"/>
                    <a:pt x="727" y="2787"/>
                    <a:pt x="822" y="2787"/>
                  </a:cubicBezTo>
                  <a:cubicBezTo>
                    <a:pt x="906" y="2787"/>
                    <a:pt x="989" y="2715"/>
                    <a:pt x="989" y="2620"/>
                  </a:cubicBezTo>
                  <a:lnTo>
                    <a:pt x="989" y="1906"/>
                  </a:lnTo>
                  <a:lnTo>
                    <a:pt x="10109" y="1906"/>
                  </a:lnTo>
                  <a:lnTo>
                    <a:pt x="10109" y="5740"/>
                  </a:lnTo>
                  <a:cubicBezTo>
                    <a:pt x="10109" y="5823"/>
                    <a:pt x="10181" y="5894"/>
                    <a:pt x="10276" y="5894"/>
                  </a:cubicBezTo>
                  <a:cubicBezTo>
                    <a:pt x="10359" y="5894"/>
                    <a:pt x="10431" y="5823"/>
                    <a:pt x="10431" y="5740"/>
                  </a:cubicBezTo>
                  <a:lnTo>
                    <a:pt x="10431" y="1918"/>
                  </a:lnTo>
                  <a:lnTo>
                    <a:pt x="10931" y="1918"/>
                  </a:lnTo>
                  <a:cubicBezTo>
                    <a:pt x="11014" y="1918"/>
                    <a:pt x="11086" y="1846"/>
                    <a:pt x="11086" y="1763"/>
                  </a:cubicBezTo>
                  <a:lnTo>
                    <a:pt x="11086" y="882"/>
                  </a:lnTo>
                  <a:cubicBezTo>
                    <a:pt x="11086" y="775"/>
                    <a:pt x="11014" y="703"/>
                    <a:pt x="10931" y="703"/>
                  </a:cubicBezTo>
                  <a:lnTo>
                    <a:pt x="6478" y="703"/>
                  </a:lnTo>
                  <a:lnTo>
                    <a:pt x="6478" y="167"/>
                  </a:lnTo>
                  <a:cubicBezTo>
                    <a:pt x="6478" y="84"/>
                    <a:pt x="6406" y="1"/>
                    <a:pt x="631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334;p41"/>
            <p:cNvSpPr/>
            <p:nvPr/>
          </p:nvSpPr>
          <p:spPr>
            <a:xfrm>
              <a:off x="852385" y="1609921"/>
              <a:ext cx="353145" cy="252992"/>
            </a:xfrm>
            <a:custGeom>
              <a:avLst/>
              <a:gdLst/>
              <a:ahLst/>
              <a:cxnLst/>
              <a:rect l="l" t="t" r="r" b="b"/>
              <a:pathLst>
                <a:path w="11086" h="7942" extrusionOk="0">
                  <a:moveTo>
                    <a:pt x="10764" y="4382"/>
                  </a:moveTo>
                  <a:lnTo>
                    <a:pt x="10764" y="4953"/>
                  </a:lnTo>
                  <a:lnTo>
                    <a:pt x="346" y="4953"/>
                  </a:lnTo>
                  <a:lnTo>
                    <a:pt x="346" y="4382"/>
                  </a:lnTo>
                  <a:close/>
                  <a:moveTo>
                    <a:pt x="6406" y="5275"/>
                  </a:moveTo>
                  <a:lnTo>
                    <a:pt x="6895" y="6168"/>
                  </a:lnTo>
                  <a:lnTo>
                    <a:pt x="4228" y="6168"/>
                  </a:lnTo>
                  <a:lnTo>
                    <a:pt x="4716" y="5275"/>
                  </a:lnTo>
                  <a:close/>
                  <a:moveTo>
                    <a:pt x="4335" y="5275"/>
                  </a:moveTo>
                  <a:lnTo>
                    <a:pt x="3049" y="7608"/>
                  </a:lnTo>
                  <a:lnTo>
                    <a:pt x="2573" y="7608"/>
                  </a:lnTo>
                  <a:lnTo>
                    <a:pt x="3859" y="5275"/>
                  </a:lnTo>
                  <a:close/>
                  <a:moveTo>
                    <a:pt x="7240" y="5275"/>
                  </a:moveTo>
                  <a:lnTo>
                    <a:pt x="8514" y="7608"/>
                  </a:lnTo>
                  <a:lnTo>
                    <a:pt x="8038" y="7608"/>
                  </a:lnTo>
                  <a:lnTo>
                    <a:pt x="6764" y="5275"/>
                  </a:lnTo>
                  <a:close/>
                  <a:moveTo>
                    <a:pt x="822" y="0"/>
                  </a:moveTo>
                  <a:cubicBezTo>
                    <a:pt x="727" y="0"/>
                    <a:pt x="656" y="84"/>
                    <a:pt x="656" y="167"/>
                  </a:cubicBezTo>
                  <a:lnTo>
                    <a:pt x="656" y="4072"/>
                  </a:lnTo>
                  <a:lnTo>
                    <a:pt x="168" y="4072"/>
                  </a:lnTo>
                  <a:cubicBezTo>
                    <a:pt x="72" y="4072"/>
                    <a:pt x="1" y="4144"/>
                    <a:pt x="1" y="4239"/>
                  </a:cubicBezTo>
                  <a:lnTo>
                    <a:pt x="1" y="5108"/>
                  </a:lnTo>
                  <a:cubicBezTo>
                    <a:pt x="1" y="5203"/>
                    <a:pt x="72" y="5275"/>
                    <a:pt x="168" y="5275"/>
                  </a:cubicBezTo>
                  <a:lnTo>
                    <a:pt x="3489" y="5275"/>
                  </a:lnTo>
                  <a:lnTo>
                    <a:pt x="2144" y="7704"/>
                  </a:lnTo>
                  <a:cubicBezTo>
                    <a:pt x="2120" y="7751"/>
                    <a:pt x="2120" y="7811"/>
                    <a:pt x="2144" y="7870"/>
                  </a:cubicBezTo>
                  <a:cubicBezTo>
                    <a:pt x="2180" y="7906"/>
                    <a:pt x="2239" y="7942"/>
                    <a:pt x="2275" y="7942"/>
                  </a:cubicBezTo>
                  <a:lnTo>
                    <a:pt x="3132" y="7942"/>
                  </a:lnTo>
                  <a:cubicBezTo>
                    <a:pt x="3192" y="7942"/>
                    <a:pt x="3251" y="7906"/>
                    <a:pt x="3275" y="7846"/>
                  </a:cubicBezTo>
                  <a:lnTo>
                    <a:pt x="3644" y="7168"/>
                  </a:lnTo>
                  <a:lnTo>
                    <a:pt x="4644" y="7168"/>
                  </a:lnTo>
                  <a:cubicBezTo>
                    <a:pt x="4728" y="7168"/>
                    <a:pt x="4811" y="7096"/>
                    <a:pt x="4811" y="7001"/>
                  </a:cubicBezTo>
                  <a:cubicBezTo>
                    <a:pt x="4811" y="6906"/>
                    <a:pt x="4728" y="6834"/>
                    <a:pt x="4644" y="6834"/>
                  </a:cubicBezTo>
                  <a:lnTo>
                    <a:pt x="3823" y="6834"/>
                  </a:lnTo>
                  <a:lnTo>
                    <a:pt x="4037" y="6465"/>
                  </a:lnTo>
                  <a:lnTo>
                    <a:pt x="7061" y="6465"/>
                  </a:lnTo>
                  <a:lnTo>
                    <a:pt x="7252" y="6834"/>
                  </a:lnTo>
                  <a:lnTo>
                    <a:pt x="5299" y="6834"/>
                  </a:lnTo>
                  <a:cubicBezTo>
                    <a:pt x="5216" y="6834"/>
                    <a:pt x="5133" y="6906"/>
                    <a:pt x="5133" y="7001"/>
                  </a:cubicBezTo>
                  <a:cubicBezTo>
                    <a:pt x="5133" y="7096"/>
                    <a:pt x="5216" y="7168"/>
                    <a:pt x="5299" y="7168"/>
                  </a:cubicBezTo>
                  <a:lnTo>
                    <a:pt x="7430" y="7168"/>
                  </a:lnTo>
                  <a:lnTo>
                    <a:pt x="7800" y="7846"/>
                  </a:lnTo>
                  <a:cubicBezTo>
                    <a:pt x="7835" y="7894"/>
                    <a:pt x="7895" y="7942"/>
                    <a:pt x="7954" y="7942"/>
                  </a:cubicBezTo>
                  <a:lnTo>
                    <a:pt x="8800" y="7942"/>
                  </a:lnTo>
                  <a:cubicBezTo>
                    <a:pt x="8859" y="7942"/>
                    <a:pt x="8907" y="7906"/>
                    <a:pt x="8931" y="7870"/>
                  </a:cubicBezTo>
                  <a:cubicBezTo>
                    <a:pt x="8966" y="7823"/>
                    <a:pt x="8966" y="7763"/>
                    <a:pt x="8931" y="7704"/>
                  </a:cubicBezTo>
                  <a:lnTo>
                    <a:pt x="7597" y="5275"/>
                  </a:lnTo>
                  <a:lnTo>
                    <a:pt x="10931" y="5275"/>
                  </a:lnTo>
                  <a:cubicBezTo>
                    <a:pt x="11014" y="5275"/>
                    <a:pt x="11086" y="5203"/>
                    <a:pt x="11086" y="5108"/>
                  </a:cubicBezTo>
                  <a:lnTo>
                    <a:pt x="11086" y="4239"/>
                  </a:lnTo>
                  <a:cubicBezTo>
                    <a:pt x="11086" y="4144"/>
                    <a:pt x="11014" y="4072"/>
                    <a:pt x="10931" y="4072"/>
                  </a:cubicBezTo>
                  <a:lnTo>
                    <a:pt x="10431" y="4072"/>
                  </a:lnTo>
                  <a:lnTo>
                    <a:pt x="10431" y="3263"/>
                  </a:lnTo>
                  <a:cubicBezTo>
                    <a:pt x="10431" y="3179"/>
                    <a:pt x="10359" y="3108"/>
                    <a:pt x="10276" y="3108"/>
                  </a:cubicBezTo>
                  <a:cubicBezTo>
                    <a:pt x="10181" y="3108"/>
                    <a:pt x="10109" y="3179"/>
                    <a:pt x="10109" y="3263"/>
                  </a:cubicBezTo>
                  <a:lnTo>
                    <a:pt x="10109" y="4072"/>
                  </a:lnTo>
                  <a:lnTo>
                    <a:pt x="989" y="4072"/>
                  </a:lnTo>
                  <a:lnTo>
                    <a:pt x="989" y="167"/>
                  </a:lnTo>
                  <a:cubicBezTo>
                    <a:pt x="989" y="84"/>
                    <a:pt x="906" y="0"/>
                    <a:pt x="82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 name="Google Shape;335;p41"/>
            <p:cNvSpPr/>
            <p:nvPr/>
          </p:nvSpPr>
          <p:spPr>
            <a:xfrm>
              <a:off x="928264" y="1584501"/>
              <a:ext cx="198775" cy="140735"/>
            </a:xfrm>
            <a:custGeom>
              <a:avLst/>
              <a:gdLst/>
              <a:ahLst/>
              <a:cxnLst/>
              <a:rect l="l" t="t" r="r" b="b"/>
              <a:pathLst>
                <a:path w="6240" h="4418" extrusionOk="0">
                  <a:moveTo>
                    <a:pt x="5608" y="322"/>
                  </a:moveTo>
                  <a:cubicBezTo>
                    <a:pt x="5787" y="322"/>
                    <a:pt x="5929" y="465"/>
                    <a:pt x="5929" y="643"/>
                  </a:cubicBezTo>
                  <a:cubicBezTo>
                    <a:pt x="5929" y="798"/>
                    <a:pt x="5775" y="953"/>
                    <a:pt x="5608" y="953"/>
                  </a:cubicBezTo>
                  <a:cubicBezTo>
                    <a:pt x="5453" y="953"/>
                    <a:pt x="5298" y="822"/>
                    <a:pt x="5298" y="643"/>
                  </a:cubicBezTo>
                  <a:cubicBezTo>
                    <a:pt x="5298" y="477"/>
                    <a:pt x="5429" y="322"/>
                    <a:pt x="5608" y="322"/>
                  </a:cubicBezTo>
                  <a:close/>
                  <a:moveTo>
                    <a:pt x="2131" y="1334"/>
                  </a:moveTo>
                  <a:cubicBezTo>
                    <a:pt x="2310" y="1334"/>
                    <a:pt x="2441" y="1477"/>
                    <a:pt x="2441" y="1656"/>
                  </a:cubicBezTo>
                  <a:cubicBezTo>
                    <a:pt x="2441" y="1834"/>
                    <a:pt x="2310" y="1965"/>
                    <a:pt x="2131" y="1965"/>
                  </a:cubicBezTo>
                  <a:cubicBezTo>
                    <a:pt x="1965" y="1965"/>
                    <a:pt x="1822" y="1834"/>
                    <a:pt x="1822" y="1656"/>
                  </a:cubicBezTo>
                  <a:cubicBezTo>
                    <a:pt x="1822" y="1489"/>
                    <a:pt x="1953" y="1334"/>
                    <a:pt x="2131" y="1334"/>
                  </a:cubicBezTo>
                  <a:close/>
                  <a:moveTo>
                    <a:pt x="4036" y="2429"/>
                  </a:moveTo>
                  <a:cubicBezTo>
                    <a:pt x="4215" y="2429"/>
                    <a:pt x="4346" y="2560"/>
                    <a:pt x="4346" y="2739"/>
                  </a:cubicBezTo>
                  <a:cubicBezTo>
                    <a:pt x="4346" y="2918"/>
                    <a:pt x="4203" y="3049"/>
                    <a:pt x="4036" y="3049"/>
                  </a:cubicBezTo>
                  <a:cubicBezTo>
                    <a:pt x="3870" y="3049"/>
                    <a:pt x="3727" y="2918"/>
                    <a:pt x="3727" y="2739"/>
                  </a:cubicBezTo>
                  <a:cubicBezTo>
                    <a:pt x="3727" y="2572"/>
                    <a:pt x="3858" y="2429"/>
                    <a:pt x="4036" y="2429"/>
                  </a:cubicBezTo>
                  <a:close/>
                  <a:moveTo>
                    <a:pt x="595" y="3501"/>
                  </a:moveTo>
                  <a:cubicBezTo>
                    <a:pt x="774" y="3501"/>
                    <a:pt x="905" y="3632"/>
                    <a:pt x="905" y="3811"/>
                  </a:cubicBezTo>
                  <a:cubicBezTo>
                    <a:pt x="905" y="3989"/>
                    <a:pt x="762" y="4120"/>
                    <a:pt x="595" y="4120"/>
                  </a:cubicBezTo>
                  <a:cubicBezTo>
                    <a:pt x="429" y="4120"/>
                    <a:pt x="286" y="3989"/>
                    <a:pt x="286" y="3811"/>
                  </a:cubicBezTo>
                  <a:cubicBezTo>
                    <a:pt x="286" y="3644"/>
                    <a:pt x="417" y="3501"/>
                    <a:pt x="595" y="3501"/>
                  </a:cubicBezTo>
                  <a:close/>
                  <a:moveTo>
                    <a:pt x="5608" y="1"/>
                  </a:moveTo>
                  <a:cubicBezTo>
                    <a:pt x="5275" y="1"/>
                    <a:pt x="4989" y="286"/>
                    <a:pt x="4989" y="632"/>
                  </a:cubicBezTo>
                  <a:cubicBezTo>
                    <a:pt x="4989" y="786"/>
                    <a:pt x="5048" y="941"/>
                    <a:pt x="5156" y="1048"/>
                  </a:cubicBezTo>
                  <a:lnTo>
                    <a:pt x="4239" y="2132"/>
                  </a:lnTo>
                  <a:cubicBezTo>
                    <a:pt x="4179" y="2120"/>
                    <a:pt x="4108" y="2096"/>
                    <a:pt x="4048" y="2096"/>
                  </a:cubicBezTo>
                  <a:cubicBezTo>
                    <a:pt x="3858" y="2096"/>
                    <a:pt x="3679" y="2191"/>
                    <a:pt x="3560" y="2334"/>
                  </a:cubicBezTo>
                  <a:lnTo>
                    <a:pt x="2739" y="1882"/>
                  </a:lnTo>
                  <a:cubicBezTo>
                    <a:pt x="2774" y="1798"/>
                    <a:pt x="2786" y="1727"/>
                    <a:pt x="2786" y="1656"/>
                  </a:cubicBezTo>
                  <a:cubicBezTo>
                    <a:pt x="2786" y="1310"/>
                    <a:pt x="2500" y="1024"/>
                    <a:pt x="2155" y="1024"/>
                  </a:cubicBezTo>
                  <a:cubicBezTo>
                    <a:pt x="1822" y="1024"/>
                    <a:pt x="1536" y="1310"/>
                    <a:pt x="1536" y="1656"/>
                  </a:cubicBezTo>
                  <a:cubicBezTo>
                    <a:pt x="1536" y="1822"/>
                    <a:pt x="1596" y="1953"/>
                    <a:pt x="1703" y="2072"/>
                  </a:cubicBezTo>
                  <a:lnTo>
                    <a:pt x="834" y="3203"/>
                  </a:lnTo>
                  <a:cubicBezTo>
                    <a:pt x="774" y="3191"/>
                    <a:pt x="703" y="3168"/>
                    <a:pt x="631" y="3168"/>
                  </a:cubicBezTo>
                  <a:cubicBezTo>
                    <a:pt x="286" y="3168"/>
                    <a:pt x="0" y="3453"/>
                    <a:pt x="0" y="3799"/>
                  </a:cubicBezTo>
                  <a:cubicBezTo>
                    <a:pt x="0" y="4144"/>
                    <a:pt x="286" y="4418"/>
                    <a:pt x="631" y="4418"/>
                  </a:cubicBezTo>
                  <a:cubicBezTo>
                    <a:pt x="965" y="4418"/>
                    <a:pt x="1250" y="4144"/>
                    <a:pt x="1250" y="3799"/>
                  </a:cubicBezTo>
                  <a:cubicBezTo>
                    <a:pt x="1250" y="3632"/>
                    <a:pt x="1191" y="3501"/>
                    <a:pt x="1084" y="3382"/>
                  </a:cubicBezTo>
                  <a:lnTo>
                    <a:pt x="1953" y="2251"/>
                  </a:lnTo>
                  <a:cubicBezTo>
                    <a:pt x="2012" y="2263"/>
                    <a:pt x="2084" y="2275"/>
                    <a:pt x="2155" y="2275"/>
                  </a:cubicBezTo>
                  <a:cubicBezTo>
                    <a:pt x="2310" y="2275"/>
                    <a:pt x="2441" y="2215"/>
                    <a:pt x="2560" y="2144"/>
                  </a:cubicBezTo>
                  <a:lnTo>
                    <a:pt x="3441" y="2632"/>
                  </a:lnTo>
                  <a:cubicBezTo>
                    <a:pt x="3441" y="2668"/>
                    <a:pt x="3429" y="2691"/>
                    <a:pt x="3429" y="2739"/>
                  </a:cubicBezTo>
                  <a:cubicBezTo>
                    <a:pt x="3429" y="3084"/>
                    <a:pt x="3703" y="3370"/>
                    <a:pt x="4048" y="3370"/>
                  </a:cubicBezTo>
                  <a:cubicBezTo>
                    <a:pt x="4394" y="3370"/>
                    <a:pt x="4679" y="3084"/>
                    <a:pt x="4679" y="2739"/>
                  </a:cubicBezTo>
                  <a:cubicBezTo>
                    <a:pt x="4679" y="2572"/>
                    <a:pt x="4620" y="2429"/>
                    <a:pt x="4513" y="2322"/>
                  </a:cubicBezTo>
                  <a:lnTo>
                    <a:pt x="5418" y="1239"/>
                  </a:lnTo>
                  <a:cubicBezTo>
                    <a:pt x="5477" y="1251"/>
                    <a:pt x="5548" y="1263"/>
                    <a:pt x="5608" y="1263"/>
                  </a:cubicBezTo>
                  <a:cubicBezTo>
                    <a:pt x="5953" y="1263"/>
                    <a:pt x="6239" y="989"/>
                    <a:pt x="6239" y="643"/>
                  </a:cubicBezTo>
                  <a:cubicBezTo>
                    <a:pt x="6239" y="286"/>
                    <a:pt x="5953" y="1"/>
                    <a:pt x="560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39"/>
        <p:cNvGrpSpPr/>
        <p:nvPr/>
      </p:nvGrpSpPr>
      <p:grpSpPr>
        <a:xfrm>
          <a:off x="0" y="0"/>
          <a:ext cx="0" cy="0"/>
          <a:chOff x="0" y="0"/>
          <a:chExt cx="0" cy="0"/>
        </a:xfrm>
      </p:grpSpPr>
      <p:sp>
        <p:nvSpPr>
          <p:cNvPr id="340" name="Google Shape;340;p42"/>
          <p:cNvSpPr txBox="1">
            <a:spLocks noGrp="1"/>
          </p:cNvSpPr>
          <p:nvPr>
            <p:ph type="title"/>
          </p:nvPr>
        </p:nvSpPr>
        <p:spPr>
          <a:xfrm>
            <a:off x="661186" y="591617"/>
            <a:ext cx="5607000" cy="2976776"/>
          </a:xfrm>
          <a:prstGeom prst="rect">
            <a:avLst/>
          </a:prstGeom>
        </p:spPr>
        <p:txBody>
          <a:bodyPr spcFirstLastPara="1" wrap="square" lIns="91425" tIns="91425" rIns="91425" bIns="91425" anchor="b" anchorCtr="0">
            <a:noAutofit/>
          </a:bodyPr>
          <a:lstStyle/>
          <a:p>
            <a:pPr lvl="0"/>
            <a:r>
              <a:rPr lang="en-US" sz="1200" dirty="0"/>
              <a:t>We confirm that the work presented in this project was carried out by the team members. The project results and analysis are presented accurately to the best of our knowledge.</a:t>
            </a:r>
            <a:br>
              <a:rPr lang="en" sz="1200" dirty="0"/>
            </a:br>
            <a:br>
              <a:rPr lang="en" sz="1200" dirty="0"/>
            </a:br>
            <a:r>
              <a:rPr lang="en" sz="1200" dirty="0"/>
              <a:t>Team Mentor:</a:t>
            </a:r>
            <a:endParaRPr sz="1200" dirty="0"/>
          </a:p>
          <a:p>
            <a:pPr marL="0" lvl="0" indent="0" algn="l" rtl="0">
              <a:spcBef>
                <a:spcPts val="0"/>
              </a:spcBef>
              <a:spcAft>
                <a:spcPts val="0"/>
              </a:spcAft>
              <a:buNone/>
            </a:pPr>
            <a:r>
              <a:rPr lang="en" sz="1200" dirty="0"/>
              <a:t>Ronil Borah  </a:t>
            </a:r>
            <a:r>
              <a:rPr lang="en" sz="1200" u="sng" dirty="0"/>
              <a:t>ronilborah@gmail.com</a:t>
            </a:r>
            <a:endParaRPr sz="1200" u="sng" dirty="0"/>
          </a:p>
          <a:p>
            <a:pPr marL="0" lvl="0" indent="0" algn="l" rtl="0">
              <a:spcBef>
                <a:spcPts val="0"/>
              </a:spcBef>
              <a:spcAft>
                <a:spcPts val="0"/>
              </a:spcAft>
              <a:buNone/>
            </a:pPr>
            <a:endParaRPr sz="1200" dirty="0"/>
          </a:p>
          <a:p>
            <a:pPr marL="0" lvl="0" indent="0" algn="l" rtl="0">
              <a:spcBef>
                <a:spcPts val="0"/>
              </a:spcBef>
              <a:spcAft>
                <a:spcPts val="0"/>
              </a:spcAft>
              <a:buNone/>
            </a:pPr>
            <a:r>
              <a:rPr lang="en" sz="1200" dirty="0"/>
              <a:t>Team Members:</a:t>
            </a:r>
            <a:endParaRPr sz="1200" dirty="0"/>
          </a:p>
          <a:p>
            <a:pPr marL="0" lvl="0" indent="0" algn="l" rtl="0">
              <a:spcBef>
                <a:spcPts val="0"/>
              </a:spcBef>
              <a:spcAft>
                <a:spcPts val="0"/>
              </a:spcAft>
              <a:buNone/>
            </a:pPr>
            <a:r>
              <a:rPr lang="en" sz="1200" dirty="0"/>
              <a:t>Hrishikesh V   </a:t>
            </a:r>
            <a:r>
              <a:rPr lang="en" sz="1200" u="sng" dirty="0"/>
              <a:t>f20250919@hyderabad.bits-pilani.ac.in</a:t>
            </a:r>
            <a:endParaRPr sz="1200" u="sng" dirty="0"/>
          </a:p>
          <a:p>
            <a:pPr marL="0" lvl="0" indent="0" algn="l" rtl="0">
              <a:spcBef>
                <a:spcPts val="0"/>
              </a:spcBef>
              <a:spcAft>
                <a:spcPts val="0"/>
              </a:spcAft>
              <a:buNone/>
            </a:pPr>
            <a:r>
              <a:rPr lang="en" sz="1200" dirty="0"/>
              <a:t>Medha Srishti Abboju </a:t>
            </a:r>
            <a:r>
              <a:rPr lang="en" sz="1200" u="sng" dirty="0"/>
              <a:t>f20250250@hyderabad.bits-pilani.ac.in</a:t>
            </a:r>
            <a:endParaRPr sz="1200" u="sng" dirty="0"/>
          </a:p>
          <a:p>
            <a:pPr marL="0" lvl="0" indent="0" algn="l" rtl="0">
              <a:spcBef>
                <a:spcPts val="0"/>
              </a:spcBef>
              <a:spcAft>
                <a:spcPts val="0"/>
              </a:spcAft>
              <a:buNone/>
            </a:pPr>
            <a:r>
              <a:rPr lang="en" sz="1200" dirty="0"/>
              <a:t>Shriya Mahesh     </a:t>
            </a:r>
            <a:r>
              <a:rPr lang="en" sz="1200" u="sng" dirty="0">
                <a:solidFill>
                  <a:srgbClr val="1F1F1F"/>
                </a:solidFill>
              </a:rPr>
              <a:t>f20251290@hyderabad.bits-pilani.ac.in</a:t>
            </a:r>
            <a:r>
              <a:rPr lang="en" sz="1200" u="sng" dirty="0">
                <a:solidFill>
                  <a:srgbClr val="000000"/>
                </a:solidFill>
              </a:rPr>
              <a:t> </a:t>
            </a:r>
            <a:endParaRPr sz="1200" u="sng" dirty="0"/>
          </a:p>
          <a:p>
            <a:pPr marL="0" lvl="0" indent="0" algn="l" rtl="0">
              <a:spcBef>
                <a:spcPts val="0"/>
              </a:spcBef>
              <a:spcAft>
                <a:spcPts val="0"/>
              </a:spcAft>
              <a:buNone/>
            </a:pPr>
            <a:endParaRPr sz="1200" dirty="0"/>
          </a:p>
        </p:txBody>
      </p:sp>
      <p:pic>
        <p:nvPicPr>
          <p:cNvPr id="341" name="Google Shape;341;p42"/>
          <p:cNvPicPr preferRelativeResize="0"/>
          <p:nvPr/>
        </p:nvPicPr>
        <p:blipFill rotWithShape="1">
          <a:blip r:embed="rId3">
            <a:alphaModFix/>
          </a:blip>
          <a:srcRect l="10571" r="31411" b="30284"/>
          <a:stretch/>
        </p:blipFill>
        <p:spPr>
          <a:xfrm rot="10301103" flipH="1">
            <a:off x="-191467" y="-267214"/>
            <a:ext cx="5795860" cy="1293028"/>
          </a:xfrm>
          <a:prstGeom prst="rect">
            <a:avLst/>
          </a:prstGeom>
          <a:noFill/>
          <a:ln>
            <a:noFill/>
          </a:ln>
        </p:spPr>
      </p:pic>
      <p:pic>
        <p:nvPicPr>
          <p:cNvPr id="342" name="Google Shape;342;p42"/>
          <p:cNvPicPr preferRelativeResize="0"/>
          <p:nvPr/>
        </p:nvPicPr>
        <p:blipFill>
          <a:blip r:embed="rId3">
            <a:alphaModFix/>
          </a:blip>
          <a:stretch>
            <a:fillRect/>
          </a:stretch>
        </p:blipFill>
        <p:spPr>
          <a:xfrm rot="10301106" flipH="1">
            <a:off x="-318450" y="3333750"/>
            <a:ext cx="9989749" cy="1854699"/>
          </a:xfrm>
          <a:prstGeom prst="rect">
            <a:avLst/>
          </a:prstGeom>
          <a:noFill/>
          <a:ln>
            <a:noFill/>
          </a:ln>
        </p:spPr>
      </p:pic>
    </p:spTree>
  </p:cSld>
  <p:clrMapOvr>
    <a:masterClrMapping/>
  </p:clrMapOvr>
</p:sld>
</file>

<file path=ppt/theme/theme1.xml><?xml version="1.0" encoding="utf-8"?>
<a:theme xmlns:a="http://schemas.openxmlformats.org/drawingml/2006/main" name="Research Report for Education by Slidesgo">
  <a:themeElements>
    <a:clrScheme name="Simple Light">
      <a:dk1>
        <a:srgbClr val="273538"/>
      </a:dk1>
      <a:lt1>
        <a:srgbClr val="F8F8F8"/>
      </a:lt1>
      <a:dk2>
        <a:srgbClr val="C8F0B9"/>
      </a:dk2>
      <a:lt2>
        <a:srgbClr val="A4EDBC"/>
      </a:lt2>
      <a:accent1>
        <a:srgbClr val="75E9C1"/>
      </a:accent1>
      <a:accent2>
        <a:srgbClr val="40E2C8"/>
      </a:accent2>
      <a:accent3>
        <a:srgbClr val="FFFFFF"/>
      </a:accent3>
      <a:accent4>
        <a:srgbClr val="FFFFFF"/>
      </a:accent4>
      <a:accent5>
        <a:srgbClr val="FFFFFF"/>
      </a:accent5>
      <a:accent6>
        <a:srgbClr val="FFFFFF"/>
      </a:accent6>
      <a:hlink>
        <a:srgbClr val="27353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607</Words>
  <Application>Microsoft Office PowerPoint</Application>
  <PresentationFormat>On-screen Show (16:9)</PresentationFormat>
  <Paragraphs>65</Paragraphs>
  <Slides>9</Slides>
  <Notes>9</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9</vt:i4>
      </vt:variant>
    </vt:vector>
  </HeadingPairs>
  <TitlesOfParts>
    <vt:vector size="16" baseType="lpstr">
      <vt:lpstr>Albert Sans</vt:lpstr>
      <vt:lpstr>Nunito Light</vt:lpstr>
      <vt:lpstr>DM Sans</vt:lpstr>
      <vt:lpstr>Arial</vt:lpstr>
      <vt:lpstr>Figtree</vt:lpstr>
      <vt:lpstr>Questrial</vt:lpstr>
      <vt:lpstr>Research Report for Education by Slidesgo</vt:lpstr>
      <vt:lpstr>Binary Ocular Disease Classification Using ODIR-5K</vt:lpstr>
      <vt:lpstr>Executive Summary &amp; Clinical Objective </vt:lpstr>
      <vt:lpstr>Data Engineering &amp; Preprocessing Pipeline </vt:lpstr>
      <vt:lpstr>Network Architecture &amp; Two-Phase Training </vt:lpstr>
      <vt:lpstr>Inference Strategy &amp; Evaluation Protocol </vt:lpstr>
      <vt:lpstr>Key Technical Results &amp; System Strengths </vt:lpstr>
      <vt:lpstr>Limitations, Failure Modes &amp; Future Work </vt:lpstr>
      <vt:lpstr>Key Performance Metrics</vt:lpstr>
      <vt:lpstr>We confirm that the work presented in this project was carried out by the team members. The project results and analysis are presented accurately to the best of our knowledge.  Team Mentor: Ronil Borah  ronilborah@gmail.com  Team Members: Hrishikesh V   f20250919@hyderabad.bits-pilani.ac.in Medha Srishti Abboju f20250250@hyderabad.bits-pilani.ac.in Shriya Mahesh     f20251290@hyderabad.bits-pilani.ac.in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Medha Abboju</cp:lastModifiedBy>
  <cp:revision>2</cp:revision>
  <dcterms:modified xsi:type="dcterms:W3CDTF">2026-08-18T09:45:57Z</dcterms:modified>
</cp:coreProperties>
</file>