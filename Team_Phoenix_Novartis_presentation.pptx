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Albert Sans" panose="020B0604020202020204" charset="0"/>
      <p:regular r:id="rId12"/>
      <p:bold r:id="rId13"/>
      <p:italic r:id="rId14"/>
      <p:boldItalic r:id="rId15"/>
    </p:embeddedFont>
    <p:embeddedFont>
      <p:font typeface="DM Sans" panose="020F0502020204030204" pitchFamily="2" charset="0"/>
      <p:regular r:id="rId16"/>
      <p:bold r:id="rId17"/>
      <p:italic r:id="rId18"/>
      <p:boldItalic r:id="rId19"/>
    </p:embeddedFont>
    <p:embeddedFont>
      <p:font typeface="Figtree" panose="020B0604020202020204" charset="0"/>
      <p:regular r:id="rId20"/>
      <p:bold r:id="rId21"/>
      <p:italic r:id="rId22"/>
      <p:boldItalic r:id="rId23"/>
    </p:embeddedFont>
    <p:embeddedFont>
      <p:font typeface="Questrial" panose="020F0502020204030204" pitchFamily="2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9a9750e6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9a9750e6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9a9750e6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9a9750e6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9a9750e6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f9a9750e6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9a9750e6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9a9750e6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9a9750e6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9a9750e6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788063"/>
            <a:ext cx="48948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244975" y="2626313"/>
            <a:ext cx="21858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8401" y="-297450"/>
            <a:ext cx="1981200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2340900" y="788063"/>
            <a:ext cx="44622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788075"/>
            <a:ext cx="1394100" cy="129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2340900" y="2083813"/>
            <a:ext cx="4462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-133350" y="-27700"/>
            <a:ext cx="9429749" cy="5266450"/>
            <a:chOff x="-133350" y="-27700"/>
            <a:chExt cx="9429749" cy="5266450"/>
          </a:xfrm>
        </p:grpSpPr>
        <p:pic>
          <p:nvPicPr>
            <p:cNvPr id="18" name="Google Shape;18;p4"/>
            <p:cNvPicPr preferRelativeResize="0"/>
            <p:nvPr/>
          </p:nvPicPr>
          <p:blipFill rotWithShape="1">
            <a:blip r:embed="rId2">
              <a:alphaModFix/>
            </a:blip>
            <a:srcRect l="3750" t="873" r="81263" b="45215"/>
            <a:stretch/>
          </p:blipFill>
          <p:spPr>
            <a:xfrm>
              <a:off x="-133350" y="4057700"/>
              <a:ext cx="1370400" cy="1181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4"/>
            <p:cNvPicPr preferRelativeResize="0"/>
            <p:nvPr/>
          </p:nvPicPr>
          <p:blipFill rotWithShape="1">
            <a:blip r:embed="rId3">
              <a:alphaModFix/>
            </a:blip>
            <a:srcRect t="68848" r="66845"/>
            <a:stretch/>
          </p:blipFill>
          <p:spPr>
            <a:xfrm>
              <a:off x="6681600" y="-27700"/>
              <a:ext cx="2614799" cy="89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7704000" cy="3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"/>
          <p:cNvGrpSpPr/>
          <p:nvPr/>
        </p:nvGrpSpPr>
        <p:grpSpPr>
          <a:xfrm>
            <a:off x="-19050" y="-76200"/>
            <a:ext cx="9296400" cy="5314950"/>
            <a:chOff x="-19050" y="-76200"/>
            <a:chExt cx="9296400" cy="5314950"/>
          </a:xfrm>
        </p:grpSpPr>
        <p:pic>
          <p:nvPicPr>
            <p:cNvPr id="24" name="Google Shape;24;p5"/>
            <p:cNvPicPr preferRelativeResize="0"/>
            <p:nvPr/>
          </p:nvPicPr>
          <p:blipFill rotWithShape="1">
            <a:blip r:embed="rId2">
              <a:alphaModFix/>
            </a:blip>
            <a:srcRect l="7877" b="45749"/>
            <a:stretch/>
          </p:blipFill>
          <p:spPr>
            <a:xfrm>
              <a:off x="-19050" y="4317725"/>
              <a:ext cx="8423999" cy="921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5"/>
            <p:cNvPicPr preferRelativeResize="0"/>
            <p:nvPr/>
          </p:nvPicPr>
          <p:blipFill rotWithShape="1">
            <a:blip r:embed="rId2">
              <a:alphaModFix/>
            </a:blip>
            <a:srcRect l="56809" b="26014"/>
            <a:stretch/>
          </p:blipFill>
          <p:spPr>
            <a:xfrm rot="10800000">
              <a:off x="5327975" y="-76200"/>
              <a:ext cx="3949375" cy="125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5213675" y="3658731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424725" y="3658731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5213675" y="3293725"/>
            <a:ext cx="2505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1424725" y="3293725"/>
            <a:ext cx="2505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33" name="Google Shape;33;p6"/>
          <p:cNvGrpSpPr/>
          <p:nvPr/>
        </p:nvGrpSpPr>
        <p:grpSpPr>
          <a:xfrm>
            <a:off x="-304800" y="-209550"/>
            <a:ext cx="9486898" cy="5448300"/>
            <a:chOff x="-304800" y="-209550"/>
            <a:chExt cx="9486898" cy="5448300"/>
          </a:xfrm>
        </p:grpSpPr>
        <p:pic>
          <p:nvPicPr>
            <p:cNvPr id="34" name="Google Shape;34;p6"/>
            <p:cNvPicPr preferRelativeResize="0"/>
            <p:nvPr/>
          </p:nvPicPr>
          <p:blipFill rotWithShape="1">
            <a:blip r:embed="rId2">
              <a:alphaModFix/>
            </a:blip>
            <a:srcRect t="47392" r="6323" b="4489"/>
            <a:stretch/>
          </p:blipFill>
          <p:spPr>
            <a:xfrm rot="10800000" flipH="1">
              <a:off x="-76200" y="4355800"/>
              <a:ext cx="9258298" cy="882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6"/>
            <p:cNvPicPr preferRelativeResize="0"/>
            <p:nvPr/>
          </p:nvPicPr>
          <p:blipFill rotWithShape="1">
            <a:blip r:embed="rId3">
              <a:alphaModFix/>
            </a:blip>
            <a:srcRect l="19503" t="29970" r="23669" b="10283"/>
            <a:stretch/>
          </p:blipFill>
          <p:spPr>
            <a:xfrm rot="5400000">
              <a:off x="-76200" y="-438150"/>
              <a:ext cx="2228850" cy="2686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685100" cy="6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720000" y="1427600"/>
            <a:ext cx="46851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>
            <a:spLocks noGrp="1"/>
          </p:cNvSpPr>
          <p:nvPr>
            <p:ph type="pic" idx="2"/>
          </p:nvPr>
        </p:nvSpPr>
        <p:spPr>
          <a:xfrm>
            <a:off x="6112497" y="-30250"/>
            <a:ext cx="3042300" cy="5214000"/>
          </a:xfrm>
          <a:prstGeom prst="rect">
            <a:avLst/>
          </a:prstGeom>
          <a:noFill/>
          <a:ln>
            <a:noFill/>
          </a:ln>
        </p:spPr>
      </p:sp>
      <p:pic>
        <p:nvPicPr>
          <p:cNvPr id="40" name="Google Shape;40;p7"/>
          <p:cNvPicPr preferRelativeResize="0"/>
          <p:nvPr/>
        </p:nvPicPr>
        <p:blipFill rotWithShape="1">
          <a:blip r:embed="rId2">
            <a:alphaModFix/>
          </a:blip>
          <a:srcRect r="31328" b="56278"/>
          <a:stretch/>
        </p:blipFill>
        <p:spPr>
          <a:xfrm>
            <a:off x="-674375" y="4381500"/>
            <a:ext cx="6786875" cy="80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713225" y="1067400"/>
            <a:ext cx="5607000" cy="178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713225" y="788063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713225" y="20838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 l="19503" t="29970" r="23669" b="10283"/>
          <a:stretch/>
        </p:blipFill>
        <p:spPr>
          <a:xfrm rot="-5400000" flipH="1">
            <a:off x="6249625" y="-438150"/>
            <a:ext cx="279790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713225" y="838800"/>
            <a:ext cx="4757100" cy="109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subTitle" idx="1"/>
          </p:nvPr>
        </p:nvSpPr>
        <p:spPr>
          <a:xfrm>
            <a:off x="713225" y="2010604"/>
            <a:ext cx="47571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8401" y="-297450"/>
            <a:ext cx="1981200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3"/>
          <p:cNvGrpSpPr/>
          <p:nvPr/>
        </p:nvGrpSpPr>
        <p:grpSpPr>
          <a:xfrm>
            <a:off x="-304775" y="-133351"/>
            <a:ext cx="10705675" cy="5793351"/>
            <a:chOff x="-304775" y="-133351"/>
            <a:chExt cx="10705675" cy="5793351"/>
          </a:xfrm>
        </p:grpSpPr>
        <p:pic>
          <p:nvPicPr>
            <p:cNvPr id="57" name="Google Shape;57;p13"/>
            <p:cNvPicPr preferRelativeResize="0"/>
            <p:nvPr/>
          </p:nvPicPr>
          <p:blipFill rotWithShape="1">
            <a:blip r:embed="rId2">
              <a:alphaModFix/>
            </a:blip>
            <a:srcRect t="60366"/>
            <a:stretch/>
          </p:blipFill>
          <p:spPr>
            <a:xfrm flipH="1">
              <a:off x="-304775" y="-133351"/>
              <a:ext cx="9144001" cy="672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952975" y="3212075"/>
              <a:ext cx="2419350" cy="2476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591950" y="281440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2"/>
          </p:nvPr>
        </p:nvSpPr>
        <p:spPr>
          <a:xfrm>
            <a:off x="1591950" y="170950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3"/>
          </p:nvPr>
        </p:nvSpPr>
        <p:spPr>
          <a:xfrm>
            <a:off x="1591950" y="391930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4"/>
          </p:nvPr>
        </p:nvSpPr>
        <p:spPr>
          <a:xfrm>
            <a:off x="5344800" y="170950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5"/>
          </p:nvPr>
        </p:nvSpPr>
        <p:spPr>
          <a:xfrm>
            <a:off x="5344800" y="281440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6"/>
          </p:nvPr>
        </p:nvSpPr>
        <p:spPr>
          <a:xfrm>
            <a:off x="5344800" y="391930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1345001"/>
            <a:ext cx="7347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8" hasCustomPrompt="1"/>
          </p:nvPr>
        </p:nvSpPr>
        <p:spPr>
          <a:xfrm>
            <a:off x="4472850" y="2449906"/>
            <a:ext cx="7347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9" hasCustomPrompt="1"/>
          </p:nvPr>
        </p:nvSpPr>
        <p:spPr>
          <a:xfrm>
            <a:off x="4472850" y="1345001"/>
            <a:ext cx="7347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3" hasCustomPrompt="1"/>
          </p:nvPr>
        </p:nvSpPr>
        <p:spPr>
          <a:xfrm>
            <a:off x="720000" y="2449906"/>
            <a:ext cx="7347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4" hasCustomPrompt="1"/>
          </p:nvPr>
        </p:nvSpPr>
        <p:spPr>
          <a:xfrm>
            <a:off x="4472850" y="3554800"/>
            <a:ext cx="7347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5" hasCustomPrompt="1"/>
          </p:nvPr>
        </p:nvSpPr>
        <p:spPr>
          <a:xfrm>
            <a:off x="720000" y="3554800"/>
            <a:ext cx="7347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6"/>
          </p:nvPr>
        </p:nvSpPr>
        <p:spPr>
          <a:xfrm>
            <a:off x="1591950" y="13450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7"/>
          </p:nvPr>
        </p:nvSpPr>
        <p:spPr>
          <a:xfrm>
            <a:off x="1591950" y="24499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8"/>
          </p:nvPr>
        </p:nvSpPr>
        <p:spPr>
          <a:xfrm>
            <a:off x="5344800" y="244990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9"/>
          </p:nvPr>
        </p:nvSpPr>
        <p:spPr>
          <a:xfrm>
            <a:off x="1591950" y="35548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0"/>
          </p:nvPr>
        </p:nvSpPr>
        <p:spPr>
          <a:xfrm>
            <a:off x="5344800" y="134500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21"/>
          </p:nvPr>
        </p:nvSpPr>
        <p:spPr>
          <a:xfrm>
            <a:off x="5344800" y="35548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713225" y="2940300"/>
            <a:ext cx="4397700" cy="4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713225" y="1198700"/>
            <a:ext cx="6691200" cy="156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413549" y="-792750"/>
            <a:ext cx="1981200" cy="20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5"/>
          <p:cNvGrpSpPr/>
          <p:nvPr/>
        </p:nvGrpSpPr>
        <p:grpSpPr>
          <a:xfrm>
            <a:off x="-610316" y="-95250"/>
            <a:ext cx="3631132" cy="7151546"/>
            <a:chOff x="-610316" y="-95250"/>
            <a:chExt cx="3631132" cy="7151546"/>
          </a:xfrm>
        </p:grpSpPr>
        <p:pic>
          <p:nvPicPr>
            <p:cNvPr id="84" name="Google Shape;84;p15"/>
            <p:cNvPicPr preferRelativeResize="0"/>
            <p:nvPr/>
          </p:nvPicPr>
          <p:blipFill rotWithShape="1">
            <a:blip r:embed="rId2">
              <a:alphaModFix/>
            </a:blip>
            <a:srcRect t="48974" r="12945" b="10384"/>
            <a:stretch/>
          </p:blipFill>
          <p:spPr>
            <a:xfrm flipH="1">
              <a:off x="-114300" y="-95250"/>
              <a:ext cx="2562900" cy="122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5"/>
            <p:cNvPicPr preferRelativeResize="0"/>
            <p:nvPr/>
          </p:nvPicPr>
          <p:blipFill rotWithShape="1">
            <a:blip r:embed="rId2">
              <a:alphaModFix/>
            </a:blip>
            <a:srcRect t="12943" b="10382"/>
            <a:stretch/>
          </p:blipFill>
          <p:spPr>
            <a:xfrm rot="-7672025" flipH="1">
              <a:off x="-266700" y="4029825"/>
              <a:ext cx="2943900" cy="231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720000" y="1231800"/>
            <a:ext cx="3595200" cy="169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1"/>
          </p:nvPr>
        </p:nvSpPr>
        <p:spPr>
          <a:xfrm>
            <a:off x="720000" y="2925600"/>
            <a:ext cx="3595200" cy="9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>
            <a:spLocks noGrp="1"/>
          </p:cNvSpPr>
          <p:nvPr>
            <p:ph type="pic" idx="2"/>
          </p:nvPr>
        </p:nvSpPr>
        <p:spPr>
          <a:xfrm>
            <a:off x="4990950" y="0"/>
            <a:ext cx="41532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6"/>
          <p:cNvGrpSpPr/>
          <p:nvPr/>
        </p:nvGrpSpPr>
        <p:grpSpPr>
          <a:xfrm>
            <a:off x="-171450" y="-121200"/>
            <a:ext cx="9649500" cy="5398050"/>
            <a:chOff x="-171450" y="-121200"/>
            <a:chExt cx="9649500" cy="5398050"/>
          </a:xfrm>
        </p:grpSpPr>
        <p:pic>
          <p:nvPicPr>
            <p:cNvPr id="91" name="Google Shape;91;p16"/>
            <p:cNvPicPr preferRelativeResize="0"/>
            <p:nvPr/>
          </p:nvPicPr>
          <p:blipFill rotWithShape="1">
            <a:blip r:embed="rId2">
              <a:alphaModFix/>
            </a:blip>
            <a:srcRect l="10129" r="35001" b="52456"/>
            <a:stretch/>
          </p:blipFill>
          <p:spPr>
            <a:xfrm flipH="1">
              <a:off x="-171450" y="3756725"/>
              <a:ext cx="9448800" cy="1520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6"/>
            <p:cNvPicPr preferRelativeResize="0"/>
            <p:nvPr/>
          </p:nvPicPr>
          <p:blipFill rotWithShape="1">
            <a:blip r:embed="rId3">
              <a:alphaModFix/>
            </a:blip>
            <a:srcRect t="54726" b="10381"/>
            <a:stretch/>
          </p:blipFill>
          <p:spPr>
            <a:xfrm>
              <a:off x="6534150" y="-121200"/>
              <a:ext cx="2943900" cy="105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6"/>
          <p:cNvSpPr txBox="1">
            <a:spLocks noGrp="1"/>
          </p:cNvSpPr>
          <p:nvPr>
            <p:ph type="title"/>
          </p:nvPr>
        </p:nvSpPr>
        <p:spPr>
          <a:xfrm>
            <a:off x="720000" y="1454788"/>
            <a:ext cx="2963400" cy="105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ubTitle" idx="1"/>
          </p:nvPr>
        </p:nvSpPr>
        <p:spPr>
          <a:xfrm>
            <a:off x="720000" y="2506113"/>
            <a:ext cx="2963400" cy="11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7"/>
          <p:cNvGrpSpPr/>
          <p:nvPr/>
        </p:nvGrpSpPr>
        <p:grpSpPr>
          <a:xfrm>
            <a:off x="-610316" y="-152400"/>
            <a:ext cx="9925766" cy="7208696"/>
            <a:chOff x="-610316" y="-152400"/>
            <a:chExt cx="9925766" cy="7208696"/>
          </a:xfrm>
        </p:grpSpPr>
        <p:pic>
          <p:nvPicPr>
            <p:cNvPr id="97" name="Google Shape;97;p17"/>
            <p:cNvPicPr preferRelativeResize="0"/>
            <p:nvPr/>
          </p:nvPicPr>
          <p:blipFill rotWithShape="1">
            <a:blip r:embed="rId2">
              <a:alphaModFix/>
            </a:blip>
            <a:srcRect l="8518" r="36947" b="52712"/>
            <a:stretch/>
          </p:blipFill>
          <p:spPr>
            <a:xfrm rot="10800000">
              <a:off x="-76200" y="-152400"/>
              <a:ext cx="9391650" cy="1511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7"/>
            <p:cNvPicPr preferRelativeResize="0"/>
            <p:nvPr/>
          </p:nvPicPr>
          <p:blipFill rotWithShape="1">
            <a:blip r:embed="rId3">
              <a:alphaModFix/>
            </a:blip>
            <a:srcRect t="12943" b="10382"/>
            <a:stretch/>
          </p:blipFill>
          <p:spPr>
            <a:xfrm rot="-7672025" flipH="1">
              <a:off x="-266700" y="4029825"/>
              <a:ext cx="2943900" cy="2310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5467375" y="1642746"/>
            <a:ext cx="2963400" cy="6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1"/>
          </p:nvPr>
        </p:nvSpPr>
        <p:spPr>
          <a:xfrm>
            <a:off x="5467525" y="2318152"/>
            <a:ext cx="2963400" cy="11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8"/>
          <p:cNvGrpSpPr/>
          <p:nvPr/>
        </p:nvGrpSpPr>
        <p:grpSpPr>
          <a:xfrm>
            <a:off x="-422876" y="-1217750"/>
            <a:ext cx="9989751" cy="7140575"/>
            <a:chOff x="-422876" y="-1217750"/>
            <a:chExt cx="9989751" cy="7140575"/>
          </a:xfrm>
        </p:grpSpPr>
        <p:pic>
          <p:nvPicPr>
            <p:cNvPr id="103" name="Google Shape;103;p18"/>
            <p:cNvPicPr preferRelativeResize="0"/>
            <p:nvPr/>
          </p:nvPicPr>
          <p:blipFill rotWithShape="1">
            <a:blip r:embed="rId2">
              <a:alphaModFix/>
            </a:blip>
            <a:srcRect t="12943" b="10382"/>
            <a:stretch/>
          </p:blipFill>
          <p:spPr>
            <a:xfrm flipH="1">
              <a:off x="-422875" y="-1217750"/>
              <a:ext cx="2943900" cy="231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422876" y="4068125"/>
              <a:ext cx="9989751" cy="1854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720000" y="1638083"/>
            <a:ext cx="2963400" cy="6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1"/>
          </p:nvPr>
        </p:nvSpPr>
        <p:spPr>
          <a:xfrm>
            <a:off x="720000" y="2322800"/>
            <a:ext cx="2963400" cy="11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AND_BODY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9"/>
          <p:cNvGrpSpPr/>
          <p:nvPr/>
        </p:nvGrpSpPr>
        <p:grpSpPr>
          <a:xfrm>
            <a:off x="-133350" y="-27700"/>
            <a:ext cx="9429749" cy="5266450"/>
            <a:chOff x="-133350" y="-27700"/>
            <a:chExt cx="9429749" cy="5266450"/>
          </a:xfrm>
        </p:grpSpPr>
        <p:pic>
          <p:nvPicPr>
            <p:cNvPr id="109" name="Google Shape;109;p19"/>
            <p:cNvPicPr preferRelativeResize="0"/>
            <p:nvPr/>
          </p:nvPicPr>
          <p:blipFill rotWithShape="1">
            <a:blip r:embed="rId2">
              <a:alphaModFix/>
            </a:blip>
            <a:srcRect l="3750" t="873" r="81263" b="45215"/>
            <a:stretch/>
          </p:blipFill>
          <p:spPr>
            <a:xfrm>
              <a:off x="-133350" y="4057700"/>
              <a:ext cx="1370400" cy="1181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9"/>
            <p:cNvPicPr preferRelativeResize="0"/>
            <p:nvPr/>
          </p:nvPicPr>
          <p:blipFill rotWithShape="1">
            <a:blip r:embed="rId3">
              <a:alphaModFix/>
            </a:blip>
            <a:srcRect t="68848" r="66845"/>
            <a:stretch/>
          </p:blipFill>
          <p:spPr>
            <a:xfrm>
              <a:off x="6681600" y="-27700"/>
              <a:ext cx="2614799" cy="89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7704000" cy="12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_AND_BODY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20"/>
          <p:cNvGrpSpPr/>
          <p:nvPr/>
        </p:nvGrpSpPr>
        <p:grpSpPr>
          <a:xfrm>
            <a:off x="-642469" y="-875078"/>
            <a:ext cx="10726814" cy="7255366"/>
            <a:chOff x="-642469" y="-875078"/>
            <a:chExt cx="10726814" cy="7255366"/>
          </a:xfrm>
        </p:grpSpPr>
        <p:pic>
          <p:nvPicPr>
            <p:cNvPr id="115" name="Google Shape;115;p20"/>
            <p:cNvPicPr preferRelativeResize="0"/>
            <p:nvPr/>
          </p:nvPicPr>
          <p:blipFill rotWithShape="1">
            <a:blip r:embed="rId2">
              <a:alphaModFix/>
            </a:blip>
            <a:srcRect t="12943" b="10382"/>
            <a:stretch/>
          </p:blipFill>
          <p:spPr>
            <a:xfrm rot="4627207" flipH="1">
              <a:off x="7638488" y="-426125"/>
              <a:ext cx="2460575" cy="1931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20"/>
            <p:cNvPicPr preferRelativeResize="0"/>
            <p:nvPr/>
          </p:nvPicPr>
          <p:blipFill rotWithShape="1">
            <a:blip r:embed="rId2">
              <a:alphaModFix/>
            </a:blip>
            <a:srcRect t="12943" b="10382"/>
            <a:stretch/>
          </p:blipFill>
          <p:spPr>
            <a:xfrm rot="-6300001" flipH="1">
              <a:off x="-621612" y="3976375"/>
              <a:ext cx="2460575" cy="1931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34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1"/>
          <p:cNvGrpSpPr/>
          <p:nvPr/>
        </p:nvGrpSpPr>
        <p:grpSpPr>
          <a:xfrm>
            <a:off x="7181849" y="-136765"/>
            <a:ext cx="3042517" cy="5680315"/>
            <a:chOff x="7181849" y="-136765"/>
            <a:chExt cx="3042517" cy="5680315"/>
          </a:xfrm>
        </p:grpSpPr>
        <p:pic>
          <p:nvPicPr>
            <p:cNvPr id="121" name="Google Shape;121;p21"/>
            <p:cNvPicPr preferRelativeResize="0"/>
            <p:nvPr/>
          </p:nvPicPr>
          <p:blipFill rotWithShape="1">
            <a:blip r:embed="rId2">
              <a:alphaModFix/>
            </a:blip>
            <a:srcRect l="68186" t="63577"/>
            <a:stretch/>
          </p:blipFill>
          <p:spPr>
            <a:xfrm rot="10800000">
              <a:off x="7715387" y="-136765"/>
              <a:ext cx="2508979" cy="104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21"/>
            <p:cNvPicPr preferRelativeResize="0"/>
            <p:nvPr/>
          </p:nvPicPr>
          <p:blipFill rotWithShape="1">
            <a:blip r:embed="rId3">
              <a:alphaModFix/>
            </a:blip>
            <a:srcRect l="33542" t="34747" r="43750"/>
            <a:stretch/>
          </p:blipFill>
          <p:spPr>
            <a:xfrm rot="10800000">
              <a:off x="7181849" y="4114050"/>
              <a:ext cx="2076451" cy="1429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" name="Google Shape;1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1"/>
          </p:nvPr>
        </p:nvSpPr>
        <p:spPr>
          <a:xfrm>
            <a:off x="5064875" y="3103354"/>
            <a:ext cx="26505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2"/>
          </p:nvPr>
        </p:nvSpPr>
        <p:spPr>
          <a:xfrm>
            <a:off x="1275936" y="3103356"/>
            <a:ext cx="26505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1275925" y="2738350"/>
            <a:ext cx="2650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4"/>
          </p:nvPr>
        </p:nvSpPr>
        <p:spPr>
          <a:xfrm>
            <a:off x="5064885" y="2738350"/>
            <a:ext cx="2650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2"/>
          <p:cNvGrpSpPr/>
          <p:nvPr/>
        </p:nvGrpSpPr>
        <p:grpSpPr>
          <a:xfrm>
            <a:off x="952500" y="-324600"/>
            <a:ext cx="8590400" cy="5563350"/>
            <a:chOff x="952500" y="-324600"/>
            <a:chExt cx="8590400" cy="5563350"/>
          </a:xfrm>
        </p:grpSpPr>
        <p:pic>
          <p:nvPicPr>
            <p:cNvPr id="130" name="Google Shape;130;p22"/>
            <p:cNvPicPr preferRelativeResize="0"/>
            <p:nvPr/>
          </p:nvPicPr>
          <p:blipFill rotWithShape="1">
            <a:blip r:embed="rId2">
              <a:alphaModFix/>
            </a:blip>
            <a:srcRect t="66088" r="8958"/>
            <a:stretch/>
          </p:blipFill>
          <p:spPr>
            <a:xfrm rot="10800000" flipH="1">
              <a:off x="952500" y="4495850"/>
              <a:ext cx="8324852" cy="7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22"/>
            <p:cNvPicPr preferRelativeResize="0"/>
            <p:nvPr/>
          </p:nvPicPr>
          <p:blipFill rotWithShape="1">
            <a:blip r:embed="rId3">
              <a:alphaModFix/>
            </a:blip>
            <a:srcRect l="60386" t="69961" r="2175"/>
            <a:stretch/>
          </p:blipFill>
          <p:spPr>
            <a:xfrm rot="10800000">
              <a:off x="6590151" y="-324600"/>
              <a:ext cx="2952749" cy="864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subTitle" idx="1"/>
          </p:nvPr>
        </p:nvSpPr>
        <p:spPr>
          <a:xfrm>
            <a:off x="4600075" y="2183900"/>
            <a:ext cx="3824100" cy="18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ubTitle" idx="2"/>
          </p:nvPr>
        </p:nvSpPr>
        <p:spPr>
          <a:xfrm>
            <a:off x="720000" y="2183900"/>
            <a:ext cx="3824100" cy="18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subTitle" idx="3"/>
          </p:nvPr>
        </p:nvSpPr>
        <p:spPr>
          <a:xfrm>
            <a:off x="720000" y="1358400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3"/>
          <p:cNvGrpSpPr/>
          <p:nvPr/>
        </p:nvGrpSpPr>
        <p:grpSpPr>
          <a:xfrm>
            <a:off x="-95250" y="-27700"/>
            <a:ext cx="9334499" cy="5266450"/>
            <a:chOff x="-95250" y="-27700"/>
            <a:chExt cx="9334499" cy="5266450"/>
          </a:xfrm>
        </p:grpSpPr>
        <p:pic>
          <p:nvPicPr>
            <p:cNvPr id="138" name="Google Shape;138;p23"/>
            <p:cNvPicPr preferRelativeResize="0"/>
            <p:nvPr/>
          </p:nvPicPr>
          <p:blipFill rotWithShape="1">
            <a:blip r:embed="rId2">
              <a:alphaModFix/>
            </a:blip>
            <a:srcRect l="4169" t="873" r="17467" b="45215"/>
            <a:stretch/>
          </p:blipFill>
          <p:spPr>
            <a:xfrm>
              <a:off x="-95250" y="4057700"/>
              <a:ext cx="7165275" cy="1181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3"/>
            <p:cNvPicPr preferRelativeResize="0"/>
            <p:nvPr/>
          </p:nvPicPr>
          <p:blipFill rotWithShape="1">
            <a:blip r:embed="rId3">
              <a:alphaModFix/>
            </a:blip>
            <a:srcRect t="68848" r="54768"/>
            <a:stretch/>
          </p:blipFill>
          <p:spPr>
            <a:xfrm>
              <a:off x="5671950" y="-27700"/>
              <a:ext cx="3567299" cy="89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1"/>
          </p:nvPr>
        </p:nvSpPr>
        <p:spPr>
          <a:xfrm>
            <a:off x="713225" y="3103351"/>
            <a:ext cx="22836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2"/>
          </p:nvPr>
        </p:nvSpPr>
        <p:spPr>
          <a:xfrm>
            <a:off x="3430198" y="3103351"/>
            <a:ext cx="22836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3"/>
          </p:nvPr>
        </p:nvSpPr>
        <p:spPr>
          <a:xfrm>
            <a:off x="6140400" y="3103351"/>
            <a:ext cx="22836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4"/>
          </p:nvPr>
        </p:nvSpPr>
        <p:spPr>
          <a:xfrm>
            <a:off x="713225" y="2738350"/>
            <a:ext cx="2283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5"/>
          </p:nvPr>
        </p:nvSpPr>
        <p:spPr>
          <a:xfrm>
            <a:off x="3430364" y="2738350"/>
            <a:ext cx="2283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ubTitle" idx="6"/>
          </p:nvPr>
        </p:nvSpPr>
        <p:spPr>
          <a:xfrm>
            <a:off x="6140400" y="2738350"/>
            <a:ext cx="2283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4"/>
          <p:cNvGrpSpPr/>
          <p:nvPr/>
        </p:nvGrpSpPr>
        <p:grpSpPr>
          <a:xfrm>
            <a:off x="-171450" y="-136765"/>
            <a:ext cx="10395816" cy="5375515"/>
            <a:chOff x="-171450" y="-136765"/>
            <a:chExt cx="10395816" cy="5375515"/>
          </a:xfrm>
        </p:grpSpPr>
        <p:pic>
          <p:nvPicPr>
            <p:cNvPr id="149" name="Google Shape;149;p24"/>
            <p:cNvPicPr preferRelativeResize="0"/>
            <p:nvPr/>
          </p:nvPicPr>
          <p:blipFill rotWithShape="1">
            <a:blip r:embed="rId2">
              <a:alphaModFix/>
            </a:blip>
            <a:srcRect t="66088" r="8958"/>
            <a:stretch/>
          </p:blipFill>
          <p:spPr>
            <a:xfrm rot="10800000">
              <a:off x="-171450" y="4495850"/>
              <a:ext cx="8324852" cy="7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24"/>
            <p:cNvPicPr preferRelativeResize="0"/>
            <p:nvPr/>
          </p:nvPicPr>
          <p:blipFill rotWithShape="1">
            <a:blip r:embed="rId3">
              <a:alphaModFix/>
            </a:blip>
            <a:srcRect l="68186" t="63577"/>
            <a:stretch/>
          </p:blipFill>
          <p:spPr>
            <a:xfrm rot="10800000">
              <a:off x="7715387" y="-136765"/>
              <a:ext cx="2508979" cy="1047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subTitle" idx="1"/>
          </p:nvPr>
        </p:nvSpPr>
        <p:spPr>
          <a:xfrm>
            <a:off x="1940229" y="199040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subTitle" idx="2"/>
          </p:nvPr>
        </p:nvSpPr>
        <p:spPr>
          <a:xfrm>
            <a:off x="6282482" y="199040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ubTitle" idx="3"/>
          </p:nvPr>
        </p:nvSpPr>
        <p:spPr>
          <a:xfrm>
            <a:off x="1940229" y="354385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subTitle" idx="4"/>
          </p:nvPr>
        </p:nvSpPr>
        <p:spPr>
          <a:xfrm>
            <a:off x="6282482" y="354385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subTitle" idx="5"/>
          </p:nvPr>
        </p:nvSpPr>
        <p:spPr>
          <a:xfrm>
            <a:off x="1940218" y="162540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ubTitle" idx="6"/>
          </p:nvPr>
        </p:nvSpPr>
        <p:spPr>
          <a:xfrm>
            <a:off x="1940218" y="317885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ubTitle" idx="7"/>
          </p:nvPr>
        </p:nvSpPr>
        <p:spPr>
          <a:xfrm>
            <a:off x="6282468" y="162540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subTitle" idx="8"/>
          </p:nvPr>
        </p:nvSpPr>
        <p:spPr>
          <a:xfrm>
            <a:off x="6282468" y="317885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5"/>
          <p:cNvGrpSpPr/>
          <p:nvPr/>
        </p:nvGrpSpPr>
        <p:grpSpPr>
          <a:xfrm>
            <a:off x="-114300" y="-95250"/>
            <a:ext cx="9390501" cy="5295900"/>
            <a:chOff x="-114300" y="-95250"/>
            <a:chExt cx="9390501" cy="5295900"/>
          </a:xfrm>
        </p:grpSpPr>
        <p:pic>
          <p:nvPicPr>
            <p:cNvPr id="162" name="Google Shape;162;p25"/>
            <p:cNvPicPr preferRelativeResize="0"/>
            <p:nvPr/>
          </p:nvPicPr>
          <p:blipFill rotWithShape="1">
            <a:blip r:embed="rId2">
              <a:alphaModFix/>
            </a:blip>
            <a:srcRect l="23283" b="3717"/>
            <a:stretch/>
          </p:blipFill>
          <p:spPr>
            <a:xfrm rot="10800000">
              <a:off x="6267450" y="-95250"/>
              <a:ext cx="3008751" cy="4328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25"/>
            <p:cNvPicPr preferRelativeResize="0"/>
            <p:nvPr/>
          </p:nvPicPr>
          <p:blipFill rotWithShape="1">
            <a:blip r:embed="rId3">
              <a:alphaModFix/>
            </a:blip>
            <a:srcRect l="21415" t="39418" r="37819" b="10382"/>
            <a:stretch/>
          </p:blipFill>
          <p:spPr>
            <a:xfrm rot="-5400000" flipH="1">
              <a:off x="42037" y="3844163"/>
              <a:ext cx="1200150" cy="1512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" name="Google Shape;164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subTitle" idx="1"/>
          </p:nvPr>
        </p:nvSpPr>
        <p:spPr>
          <a:xfrm>
            <a:off x="789775" y="1965075"/>
            <a:ext cx="217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subTitle" idx="2"/>
          </p:nvPr>
        </p:nvSpPr>
        <p:spPr>
          <a:xfrm>
            <a:off x="3483900" y="1965075"/>
            <a:ext cx="2176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ubTitle" idx="3"/>
          </p:nvPr>
        </p:nvSpPr>
        <p:spPr>
          <a:xfrm>
            <a:off x="789775" y="3518525"/>
            <a:ext cx="2174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subTitle" idx="4"/>
          </p:nvPr>
        </p:nvSpPr>
        <p:spPr>
          <a:xfrm>
            <a:off x="3483900" y="3518525"/>
            <a:ext cx="2176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subTitle" idx="5"/>
          </p:nvPr>
        </p:nvSpPr>
        <p:spPr>
          <a:xfrm>
            <a:off x="6180125" y="1965075"/>
            <a:ext cx="2178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subTitle" idx="6"/>
          </p:nvPr>
        </p:nvSpPr>
        <p:spPr>
          <a:xfrm>
            <a:off x="6180125" y="3518525"/>
            <a:ext cx="2178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subTitle" idx="7"/>
          </p:nvPr>
        </p:nvSpPr>
        <p:spPr>
          <a:xfrm>
            <a:off x="789775" y="1600075"/>
            <a:ext cx="2172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subTitle" idx="8"/>
          </p:nvPr>
        </p:nvSpPr>
        <p:spPr>
          <a:xfrm>
            <a:off x="3483900" y="1600075"/>
            <a:ext cx="21741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subTitle" idx="9"/>
          </p:nvPr>
        </p:nvSpPr>
        <p:spPr>
          <a:xfrm>
            <a:off x="6180125" y="1600075"/>
            <a:ext cx="2176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subTitle" idx="13"/>
          </p:nvPr>
        </p:nvSpPr>
        <p:spPr>
          <a:xfrm>
            <a:off x="789775" y="3153525"/>
            <a:ext cx="2172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subTitle" idx="14"/>
          </p:nvPr>
        </p:nvSpPr>
        <p:spPr>
          <a:xfrm>
            <a:off x="3483900" y="3153525"/>
            <a:ext cx="21741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15"/>
          </p:nvPr>
        </p:nvSpPr>
        <p:spPr>
          <a:xfrm>
            <a:off x="6180125" y="3153525"/>
            <a:ext cx="2176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6"/>
          <p:cNvGrpSpPr/>
          <p:nvPr/>
        </p:nvGrpSpPr>
        <p:grpSpPr>
          <a:xfrm>
            <a:off x="-457200" y="-171450"/>
            <a:ext cx="9660074" cy="5409649"/>
            <a:chOff x="-457200" y="-171450"/>
            <a:chExt cx="9660074" cy="5409649"/>
          </a:xfrm>
        </p:grpSpPr>
        <p:pic>
          <p:nvPicPr>
            <p:cNvPr id="179" name="Google Shape;179;p26"/>
            <p:cNvPicPr preferRelativeResize="0"/>
            <p:nvPr/>
          </p:nvPicPr>
          <p:blipFill rotWithShape="1">
            <a:blip r:embed="rId2">
              <a:alphaModFix/>
            </a:blip>
            <a:srcRect t="41541" r="58222"/>
            <a:stretch/>
          </p:blipFill>
          <p:spPr>
            <a:xfrm>
              <a:off x="7022175" y="-95250"/>
              <a:ext cx="2180699" cy="1112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26"/>
            <p:cNvPicPr preferRelativeResize="0"/>
            <p:nvPr/>
          </p:nvPicPr>
          <p:blipFill rotWithShape="1">
            <a:blip r:embed="rId2">
              <a:alphaModFix/>
            </a:blip>
            <a:srcRect l="63001"/>
            <a:stretch/>
          </p:blipFill>
          <p:spPr>
            <a:xfrm>
              <a:off x="-114300" y="3334400"/>
              <a:ext cx="1931250" cy="190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6"/>
            <p:cNvPicPr preferRelativeResize="0"/>
            <p:nvPr/>
          </p:nvPicPr>
          <p:blipFill rotWithShape="1">
            <a:blip r:embed="rId3">
              <a:alphaModFix/>
            </a:blip>
            <a:srcRect t="31059" r="67917" b="31548"/>
            <a:stretch/>
          </p:blipFill>
          <p:spPr>
            <a:xfrm rot="10800000" flipH="1">
              <a:off x="-457200" y="-171450"/>
              <a:ext cx="2933698" cy="819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2" name="Google Shape;18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27"/>
          <p:cNvGrpSpPr/>
          <p:nvPr/>
        </p:nvGrpSpPr>
        <p:grpSpPr>
          <a:xfrm>
            <a:off x="-114300" y="-95250"/>
            <a:ext cx="9390501" cy="5238750"/>
            <a:chOff x="-114300" y="-95250"/>
            <a:chExt cx="9390501" cy="5238750"/>
          </a:xfrm>
        </p:grpSpPr>
        <p:pic>
          <p:nvPicPr>
            <p:cNvPr id="185" name="Google Shape;185;p27"/>
            <p:cNvPicPr preferRelativeResize="0"/>
            <p:nvPr/>
          </p:nvPicPr>
          <p:blipFill rotWithShape="1">
            <a:blip r:embed="rId2">
              <a:alphaModFix/>
            </a:blip>
            <a:srcRect l="23283" b="3717"/>
            <a:stretch/>
          </p:blipFill>
          <p:spPr>
            <a:xfrm rot="10800000">
              <a:off x="6267450" y="-95250"/>
              <a:ext cx="3008751" cy="4328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7"/>
            <p:cNvPicPr preferRelativeResize="0"/>
            <p:nvPr/>
          </p:nvPicPr>
          <p:blipFill rotWithShape="1">
            <a:blip r:embed="rId2">
              <a:alphaModFix/>
            </a:blip>
            <a:srcRect l="31331" t="55929" r="24466" b="13140"/>
            <a:stretch/>
          </p:blipFill>
          <p:spPr>
            <a:xfrm>
              <a:off x="-114300" y="3752850"/>
              <a:ext cx="1733550" cy="1390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8"/>
          <p:cNvGrpSpPr/>
          <p:nvPr/>
        </p:nvGrpSpPr>
        <p:grpSpPr>
          <a:xfrm>
            <a:off x="-171450" y="-152400"/>
            <a:ext cx="9829800" cy="5467350"/>
            <a:chOff x="-171450" y="-152400"/>
            <a:chExt cx="9829800" cy="5467350"/>
          </a:xfrm>
        </p:grpSpPr>
        <p:pic>
          <p:nvPicPr>
            <p:cNvPr id="190" name="Google Shape;190;p28"/>
            <p:cNvPicPr preferRelativeResize="0"/>
            <p:nvPr/>
          </p:nvPicPr>
          <p:blipFill rotWithShape="1">
            <a:blip r:embed="rId2">
              <a:alphaModFix/>
            </a:blip>
            <a:srcRect l="7877" b="45749"/>
            <a:stretch/>
          </p:blipFill>
          <p:spPr>
            <a:xfrm>
              <a:off x="-171450" y="4393925"/>
              <a:ext cx="8423999" cy="921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8"/>
            <p:cNvPicPr preferRelativeResize="0"/>
            <p:nvPr/>
          </p:nvPicPr>
          <p:blipFill rotWithShape="1">
            <a:blip r:embed="rId2">
              <a:alphaModFix/>
            </a:blip>
            <a:srcRect l="56809" b="26014"/>
            <a:stretch/>
          </p:blipFill>
          <p:spPr>
            <a:xfrm rot="10800000">
              <a:off x="5708975" y="-152400"/>
              <a:ext cx="3949375" cy="125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1_1_1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95" name="Google Shape;195;p29"/>
          <p:cNvGrpSpPr/>
          <p:nvPr/>
        </p:nvGrpSpPr>
        <p:grpSpPr>
          <a:xfrm rot="10800000" flipH="1">
            <a:off x="-38100" y="-19050"/>
            <a:ext cx="9390501" cy="5391150"/>
            <a:chOff x="-114300" y="-247650"/>
            <a:chExt cx="9390501" cy="5391150"/>
          </a:xfrm>
        </p:grpSpPr>
        <p:pic>
          <p:nvPicPr>
            <p:cNvPr id="196" name="Google Shape;196;p29"/>
            <p:cNvPicPr preferRelativeResize="0"/>
            <p:nvPr/>
          </p:nvPicPr>
          <p:blipFill rotWithShape="1">
            <a:blip r:embed="rId2">
              <a:alphaModFix/>
            </a:blip>
            <a:srcRect l="23283" b="3717"/>
            <a:stretch/>
          </p:blipFill>
          <p:spPr>
            <a:xfrm rot="10800000">
              <a:off x="6267450" y="-247650"/>
              <a:ext cx="3008751" cy="4328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9"/>
            <p:cNvPicPr preferRelativeResize="0"/>
            <p:nvPr/>
          </p:nvPicPr>
          <p:blipFill rotWithShape="1">
            <a:blip r:embed="rId2">
              <a:alphaModFix/>
            </a:blip>
            <a:srcRect l="31331" t="55929" r="24466" b="13140"/>
            <a:stretch/>
          </p:blipFill>
          <p:spPr>
            <a:xfrm>
              <a:off x="-114300" y="3752850"/>
              <a:ext cx="1733550" cy="1390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30"/>
          <p:cNvGrpSpPr/>
          <p:nvPr/>
        </p:nvGrpSpPr>
        <p:grpSpPr>
          <a:xfrm>
            <a:off x="-171450" y="-114300"/>
            <a:ext cx="9486900" cy="5372100"/>
            <a:chOff x="-171450" y="-114300"/>
            <a:chExt cx="9486900" cy="5372100"/>
          </a:xfrm>
        </p:grpSpPr>
        <p:pic>
          <p:nvPicPr>
            <p:cNvPr id="200" name="Google Shape;200;p30"/>
            <p:cNvPicPr preferRelativeResize="0"/>
            <p:nvPr/>
          </p:nvPicPr>
          <p:blipFill rotWithShape="1">
            <a:blip r:embed="rId2">
              <a:alphaModFix/>
            </a:blip>
            <a:srcRect t="12943" r="16178" b="10382"/>
            <a:stretch/>
          </p:blipFill>
          <p:spPr>
            <a:xfrm flipH="1">
              <a:off x="-171450" y="-114300"/>
              <a:ext cx="2467650" cy="231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30"/>
            <p:cNvPicPr preferRelativeResize="0"/>
            <p:nvPr/>
          </p:nvPicPr>
          <p:blipFill rotWithShape="1">
            <a:blip r:embed="rId2">
              <a:alphaModFix/>
            </a:blip>
            <a:srcRect l="15655" t="33115" r="25379"/>
            <a:stretch/>
          </p:blipFill>
          <p:spPr>
            <a:xfrm rot="5400000">
              <a:off x="6701250" y="2643600"/>
              <a:ext cx="2419350" cy="2809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" name="Google Shape;202;p30"/>
          <p:cNvSpPr txBox="1">
            <a:spLocks noGrp="1"/>
          </p:cNvSpPr>
          <p:nvPr>
            <p:ph type="title" hasCustomPrompt="1"/>
          </p:nvPr>
        </p:nvSpPr>
        <p:spPr>
          <a:xfrm>
            <a:off x="2223600" y="53950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30"/>
          <p:cNvSpPr txBox="1">
            <a:spLocks noGrp="1"/>
          </p:cNvSpPr>
          <p:nvPr>
            <p:ph type="subTitle" idx="1"/>
          </p:nvPr>
        </p:nvSpPr>
        <p:spPr>
          <a:xfrm>
            <a:off x="2223600" y="1228426"/>
            <a:ext cx="4696800" cy="4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01368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30"/>
          <p:cNvSpPr txBox="1">
            <a:spLocks noGrp="1"/>
          </p:cNvSpPr>
          <p:nvPr>
            <p:ph type="subTitle" idx="3"/>
          </p:nvPr>
        </p:nvSpPr>
        <p:spPr>
          <a:xfrm>
            <a:off x="2223600" y="2702611"/>
            <a:ext cx="4696800" cy="4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4878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7" name="Google Shape;207;p30"/>
          <p:cNvSpPr txBox="1">
            <a:spLocks noGrp="1"/>
          </p:cNvSpPr>
          <p:nvPr>
            <p:ph type="subTitle" idx="5"/>
          </p:nvPr>
        </p:nvSpPr>
        <p:spPr>
          <a:xfrm>
            <a:off x="2223600" y="4176797"/>
            <a:ext cx="4696800" cy="4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31"/>
          <p:cNvGrpSpPr/>
          <p:nvPr/>
        </p:nvGrpSpPr>
        <p:grpSpPr>
          <a:xfrm>
            <a:off x="-237299" y="-869075"/>
            <a:ext cx="10132447" cy="6299826"/>
            <a:chOff x="-237299" y="-869075"/>
            <a:chExt cx="10132447" cy="6299826"/>
          </a:xfrm>
        </p:grpSpPr>
        <p:pic>
          <p:nvPicPr>
            <p:cNvPr id="210" name="Google Shape;210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10575735" flipH="1">
              <a:off x="-187256" y="-544053"/>
              <a:ext cx="10032361" cy="1862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7263151" y="3402775"/>
              <a:ext cx="1981200" cy="2027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31"/>
          <p:cNvSpPr txBox="1">
            <a:spLocks noGrp="1"/>
          </p:cNvSpPr>
          <p:nvPr>
            <p:ph type="title"/>
          </p:nvPr>
        </p:nvSpPr>
        <p:spPr>
          <a:xfrm>
            <a:off x="713254" y="1491175"/>
            <a:ext cx="31908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subTitle" idx="1"/>
          </p:nvPr>
        </p:nvSpPr>
        <p:spPr>
          <a:xfrm>
            <a:off x="713250" y="2621375"/>
            <a:ext cx="31908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 txBox="1"/>
          <p:nvPr/>
        </p:nvSpPr>
        <p:spPr>
          <a:xfrm>
            <a:off x="4003050" y="2452350"/>
            <a:ext cx="3504000" cy="7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CREDITS: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1200" b="1" u="sng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32"/>
          <p:cNvGrpSpPr/>
          <p:nvPr/>
        </p:nvGrpSpPr>
        <p:grpSpPr>
          <a:xfrm>
            <a:off x="-362025" y="0"/>
            <a:ext cx="9506024" cy="5238750"/>
            <a:chOff x="-362025" y="0"/>
            <a:chExt cx="9506024" cy="5238750"/>
          </a:xfrm>
        </p:grpSpPr>
        <p:pic>
          <p:nvPicPr>
            <p:cNvPr id="217" name="Google Shape;217;p32"/>
            <p:cNvPicPr preferRelativeResize="0"/>
            <p:nvPr/>
          </p:nvPicPr>
          <p:blipFill rotWithShape="1">
            <a:blip r:embed="rId2">
              <a:alphaModFix/>
            </a:blip>
            <a:srcRect t="34491" r="18127"/>
            <a:stretch/>
          </p:blipFill>
          <p:spPr>
            <a:xfrm>
              <a:off x="1657275" y="0"/>
              <a:ext cx="7486724" cy="1435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362025" y="2362200"/>
              <a:ext cx="7886700" cy="2876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33"/>
          <p:cNvGrpSpPr/>
          <p:nvPr/>
        </p:nvGrpSpPr>
        <p:grpSpPr>
          <a:xfrm>
            <a:off x="-76199" y="-268320"/>
            <a:ext cx="9363849" cy="5526120"/>
            <a:chOff x="-76199" y="-268320"/>
            <a:chExt cx="9363849" cy="5526120"/>
          </a:xfrm>
        </p:grpSpPr>
        <p:pic>
          <p:nvPicPr>
            <p:cNvPr id="221" name="Google Shape;221;p3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76199" y="114300"/>
              <a:ext cx="4487047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2600" y="-268320"/>
              <a:ext cx="3125050" cy="319887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Questrial"/>
              <a:buNone/>
              <a:defRPr sz="31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>
            <a:spLocks noGrp="1"/>
          </p:cNvSpPr>
          <p:nvPr>
            <p:ph type="ctrTitle"/>
          </p:nvPr>
        </p:nvSpPr>
        <p:spPr>
          <a:xfrm>
            <a:off x="713225" y="402925"/>
            <a:ext cx="6442800" cy="18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3000">
                <a:solidFill>
                  <a:srgbClr val="000000"/>
                </a:solidFill>
              </a:rPr>
              <a:t>Binary Ocular Disease Classification Using ODIR-5K</a:t>
            </a:r>
            <a:endParaRPr sz="4900"/>
          </a:p>
        </p:txBody>
      </p:sp>
      <p:sp>
        <p:nvSpPr>
          <p:cNvPr id="228" name="Google Shape;228;p34"/>
          <p:cNvSpPr txBox="1">
            <a:spLocks noGrp="1"/>
          </p:cNvSpPr>
          <p:nvPr>
            <p:ph type="subTitle" idx="1"/>
          </p:nvPr>
        </p:nvSpPr>
        <p:spPr>
          <a:xfrm>
            <a:off x="713225" y="2304301"/>
            <a:ext cx="44637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PHOENIX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BITS Pilani Hyderabad Campus</a:t>
            </a:r>
            <a:endParaRPr/>
          </a:p>
        </p:txBody>
      </p:sp>
      <p:pic>
        <p:nvPicPr>
          <p:cNvPr id="229" name="Google Shape;2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4496" y="3486729"/>
            <a:ext cx="10011250" cy="1858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4425" y="1907050"/>
            <a:ext cx="4259574" cy="238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229738" y="972688"/>
            <a:ext cx="3922025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5"/>
          <p:cNvPicPr preferRelativeResize="0"/>
          <p:nvPr/>
        </p:nvPicPr>
        <p:blipFill rotWithShape="1">
          <a:blip r:embed="rId4">
            <a:alphaModFix/>
          </a:blip>
          <a:srcRect t="12943" b="10382"/>
          <a:stretch/>
        </p:blipFill>
        <p:spPr>
          <a:xfrm>
            <a:off x="6400800" y="-114300"/>
            <a:ext cx="2943900" cy="23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5"/>
          <p:cNvSpPr txBox="1">
            <a:spLocks noGrp="1"/>
          </p:cNvSpPr>
          <p:nvPr>
            <p:ph type="title"/>
          </p:nvPr>
        </p:nvSpPr>
        <p:spPr>
          <a:xfrm>
            <a:off x="2340900" y="788075"/>
            <a:ext cx="57597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 &amp; Clinical Objective </a:t>
            </a:r>
            <a:endParaRPr/>
          </a:p>
        </p:txBody>
      </p:sp>
      <p:sp>
        <p:nvSpPr>
          <p:cNvPr id="238" name="Google Shape;238;p35"/>
          <p:cNvSpPr txBox="1">
            <a:spLocks noGrp="1"/>
          </p:cNvSpPr>
          <p:nvPr>
            <p:ph type="title" idx="2"/>
          </p:nvPr>
        </p:nvSpPr>
        <p:spPr>
          <a:xfrm>
            <a:off x="713225" y="788075"/>
            <a:ext cx="13941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39" name="Google Shape;239;p35"/>
          <p:cNvSpPr txBox="1"/>
          <p:nvPr/>
        </p:nvSpPr>
        <p:spPr>
          <a:xfrm>
            <a:off x="1993800" y="2640950"/>
            <a:ext cx="6508800" cy="21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Goal: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Automated binary classification of fundus images into Healthy vs. Defective categories using deep transfer learning.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Core Challenge: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Diagnosing retinal pathologies from unstandardized clinical notes while handling class imbalance and preventing data leakage.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Solution Architecture: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An end-to-end medical imaging pipeline combining CLAHE enhancement, patient-stratified data splits, EfficientNetV2S feature extraction, and Test-Time Augmentation (TT</a:t>
            </a:r>
            <a:r>
              <a:rPr lang="en" sz="1100">
                <a:latin typeface="Questrial"/>
                <a:ea typeface="Questrial"/>
                <a:cs typeface="Questrial"/>
                <a:sym typeface="Questrial"/>
              </a:rPr>
              <a:t>A).</a:t>
            </a:r>
            <a:endParaRPr sz="1100"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229738" y="972688"/>
            <a:ext cx="3922025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6"/>
          <p:cNvPicPr preferRelativeResize="0"/>
          <p:nvPr/>
        </p:nvPicPr>
        <p:blipFill rotWithShape="1">
          <a:blip r:embed="rId4">
            <a:alphaModFix/>
          </a:blip>
          <a:srcRect t="12943" b="10382"/>
          <a:stretch/>
        </p:blipFill>
        <p:spPr>
          <a:xfrm>
            <a:off x="6400800" y="-114300"/>
            <a:ext cx="2943900" cy="23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6"/>
          <p:cNvSpPr txBox="1">
            <a:spLocks noGrp="1"/>
          </p:cNvSpPr>
          <p:nvPr>
            <p:ph type="title"/>
          </p:nvPr>
        </p:nvSpPr>
        <p:spPr>
          <a:xfrm>
            <a:off x="2340900" y="788075"/>
            <a:ext cx="56661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Engineering &amp; Preprocessing Pipeline </a:t>
            </a:r>
            <a:endParaRPr/>
          </a:p>
        </p:txBody>
      </p:sp>
      <p:sp>
        <p:nvSpPr>
          <p:cNvPr id="247" name="Google Shape;247;p36"/>
          <p:cNvSpPr txBox="1">
            <a:spLocks noGrp="1"/>
          </p:cNvSpPr>
          <p:nvPr>
            <p:ph type="title" idx="2"/>
          </p:nvPr>
        </p:nvSpPr>
        <p:spPr>
          <a:xfrm>
            <a:off x="713225" y="788075"/>
            <a:ext cx="13941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48" name="Google Shape;248;p36"/>
          <p:cNvSpPr txBox="1"/>
          <p:nvPr/>
        </p:nvSpPr>
        <p:spPr>
          <a:xfrm>
            <a:off x="1984450" y="2351050"/>
            <a:ext cx="6508800" cy="21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Ground Truth Extraction: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Processed free-text diagnostic notes into structured binary labels using targeted regular expressions.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Patient-Level Splitting: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Implemented a 70/15/15 train/validation/test split grouped strictly by </a:t>
            </a:r>
            <a:r>
              <a:rPr lang="en">
                <a:solidFill>
                  <a:srgbClr val="188038"/>
                </a:solidFill>
                <a:latin typeface="Questrial"/>
                <a:ea typeface="Questrial"/>
                <a:cs typeface="Questrial"/>
                <a:sym typeface="Questrial"/>
              </a:rPr>
              <a:t>Patient_ID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to eliminate inter-eye data leakage.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Image Contrast Enhancement: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Auto-cropped black borders, converted images to LAB color space, and applied CLAHE on the L-channel at 384x384 resolution.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Performance Optimization: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Utilized </a:t>
            </a:r>
            <a:r>
              <a:rPr lang="en">
                <a:solidFill>
                  <a:srgbClr val="188038"/>
                </a:solidFill>
                <a:latin typeface="Questrial"/>
                <a:ea typeface="Questrial"/>
                <a:cs typeface="Questrial"/>
                <a:sym typeface="Questrial"/>
              </a:rPr>
              <a:t>ThreadPoolExecutor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and disk caching to remove CPU input bottlenecks during training execution.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229738" y="972688"/>
            <a:ext cx="3922025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7"/>
          <p:cNvPicPr preferRelativeResize="0"/>
          <p:nvPr/>
        </p:nvPicPr>
        <p:blipFill rotWithShape="1">
          <a:blip r:embed="rId4">
            <a:alphaModFix/>
          </a:blip>
          <a:srcRect t="12943" b="10382"/>
          <a:stretch/>
        </p:blipFill>
        <p:spPr>
          <a:xfrm>
            <a:off x="6400800" y="-114300"/>
            <a:ext cx="2943900" cy="23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7"/>
          <p:cNvSpPr txBox="1">
            <a:spLocks noGrp="1"/>
          </p:cNvSpPr>
          <p:nvPr>
            <p:ph type="title"/>
          </p:nvPr>
        </p:nvSpPr>
        <p:spPr>
          <a:xfrm>
            <a:off x="2340900" y="788075"/>
            <a:ext cx="59934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Architecture &amp; Two-Phase Training </a:t>
            </a:r>
            <a:endParaRPr/>
          </a:p>
        </p:txBody>
      </p:sp>
      <p:sp>
        <p:nvSpPr>
          <p:cNvPr id="256" name="Google Shape;256;p37"/>
          <p:cNvSpPr txBox="1">
            <a:spLocks noGrp="1"/>
          </p:cNvSpPr>
          <p:nvPr>
            <p:ph type="title" idx="2"/>
          </p:nvPr>
        </p:nvSpPr>
        <p:spPr>
          <a:xfrm>
            <a:off x="713225" y="788075"/>
            <a:ext cx="13941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57" name="Google Shape;257;p37"/>
          <p:cNvSpPr txBox="1"/>
          <p:nvPr/>
        </p:nvSpPr>
        <p:spPr>
          <a:xfrm>
            <a:off x="2059250" y="2196300"/>
            <a:ext cx="65088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Model Backbone: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">
                <a:solidFill>
                  <a:srgbClr val="188038"/>
                </a:solidFill>
                <a:latin typeface="Questrial"/>
                <a:ea typeface="Questrial"/>
                <a:cs typeface="Questrial"/>
                <a:sym typeface="Questrial"/>
              </a:rPr>
              <a:t>EfficientNetV2S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initialized with ImageNet weights, powered by TensorFlow's </a:t>
            </a:r>
            <a:r>
              <a:rPr lang="en">
                <a:solidFill>
                  <a:srgbClr val="188038"/>
                </a:solidFill>
                <a:latin typeface="Questrial"/>
                <a:ea typeface="Questrial"/>
                <a:cs typeface="Questrial"/>
                <a:sym typeface="Questrial"/>
              </a:rPr>
              <a:t>MirroredStrategy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and </a:t>
            </a:r>
            <a:r>
              <a:rPr lang="en">
                <a:solidFill>
                  <a:srgbClr val="188038"/>
                </a:solidFill>
                <a:latin typeface="Questrial"/>
                <a:ea typeface="Questrial"/>
                <a:cs typeface="Questrial"/>
                <a:sym typeface="Questrial"/>
              </a:rPr>
              <a:t>mixed_float16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precision.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Classification Head: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Global Average Pooling layer coupled with Dropout (0.4/0.3), Dense(256, ReLU), label smoothing (0.08), and a 1-unit Sigmoid classifier.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Phase 1: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Trained head layers for 4 epochs with a frozen backbone using AdamW.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Phase 2 (Fine-Tuning):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Unfroze the top 80% of backbone layers for 18 epochs while keeping Batch Normalization layers frozen, using Cosine Decay learning rate scheduling.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229738" y="972688"/>
            <a:ext cx="3922025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8"/>
          <p:cNvPicPr preferRelativeResize="0"/>
          <p:nvPr/>
        </p:nvPicPr>
        <p:blipFill rotWithShape="1">
          <a:blip r:embed="rId4">
            <a:alphaModFix/>
          </a:blip>
          <a:srcRect t="12943" b="10382"/>
          <a:stretch/>
        </p:blipFill>
        <p:spPr>
          <a:xfrm>
            <a:off x="6400800" y="-114300"/>
            <a:ext cx="2943900" cy="23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8"/>
          <p:cNvSpPr txBox="1">
            <a:spLocks noGrp="1"/>
          </p:cNvSpPr>
          <p:nvPr>
            <p:ph type="title"/>
          </p:nvPr>
        </p:nvSpPr>
        <p:spPr>
          <a:xfrm>
            <a:off x="2340900" y="788075"/>
            <a:ext cx="55071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Strategy &amp; Evaluation Protocol </a:t>
            </a:r>
            <a:endParaRPr/>
          </a:p>
        </p:txBody>
      </p:sp>
      <p:sp>
        <p:nvSpPr>
          <p:cNvPr id="265" name="Google Shape;265;p38"/>
          <p:cNvSpPr txBox="1">
            <a:spLocks noGrp="1"/>
          </p:cNvSpPr>
          <p:nvPr>
            <p:ph type="title" idx="2"/>
          </p:nvPr>
        </p:nvSpPr>
        <p:spPr>
          <a:xfrm>
            <a:off x="713225" y="788075"/>
            <a:ext cx="13941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66" name="Google Shape;266;p38"/>
          <p:cNvSpPr txBox="1"/>
          <p:nvPr/>
        </p:nvSpPr>
        <p:spPr>
          <a:xfrm>
            <a:off x="2003150" y="2154555"/>
            <a:ext cx="6508800" cy="29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Questrial"/>
                <a:ea typeface="Questrial"/>
                <a:cs typeface="Questrial"/>
                <a:sym typeface="Questrial"/>
              </a:rPr>
              <a:t>Test-Time Augmentation (TTA):</a:t>
            </a:r>
            <a:r>
              <a:rPr lang="en" dirty="0">
                <a:latin typeface="Questrial"/>
                <a:ea typeface="Questrial"/>
                <a:cs typeface="Questrial"/>
                <a:sym typeface="Questrial"/>
              </a:rPr>
              <a:t> Averaged prediction probabilities across 3 image views (Original, Horizontal Flip, Vertical Flip) to minimize prediction variance.</a:t>
            </a:r>
            <a:endParaRPr dirty="0"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Questrial"/>
                <a:ea typeface="Questrial"/>
                <a:cs typeface="Questrial"/>
                <a:sym typeface="Questrial"/>
              </a:rPr>
              <a:t>Threshold Tuning:</a:t>
            </a:r>
            <a:r>
              <a:rPr lang="en" dirty="0">
                <a:latin typeface="Questrial"/>
                <a:ea typeface="Questrial"/>
                <a:cs typeface="Questrial"/>
                <a:sym typeface="Questrial"/>
              </a:rPr>
              <a:t> Scanned classification decision boundaries on validation predictions to balance sensitivity and specificity.</a:t>
            </a:r>
            <a:endParaRPr dirty="0"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Questrial"/>
                <a:ea typeface="Questrial"/>
                <a:cs typeface="Questrial"/>
                <a:sym typeface="Questrial"/>
              </a:rPr>
              <a:t>Primary Metrics:</a:t>
            </a:r>
            <a:r>
              <a:rPr lang="en" dirty="0">
                <a:latin typeface="Questrial"/>
                <a:ea typeface="Questrial"/>
                <a:cs typeface="Questrial"/>
                <a:sym typeface="Questrial"/>
              </a:rPr>
              <a:t> Evaluated overall diagnostic reliability using ROC-AUC, Accuracy, F1-Score, Sensitivity (Recall), Specificity, and Confusion Matrices.</a:t>
            </a:r>
            <a:endParaRPr dirty="0"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1F1F1F"/>
                </a:solidFill>
                <a:latin typeface="Questrial"/>
                <a:ea typeface="Questrial"/>
                <a:cs typeface="Questrial"/>
                <a:sym typeface="Questrial"/>
              </a:rPr>
              <a:t>ROC-AUC : 85.01%                   Accuracy: 78.53%          F1 Score: 78.20%    </a:t>
            </a:r>
            <a:endParaRPr b="1" dirty="0">
              <a:solidFill>
                <a:srgbClr val="1F1F1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1F1F1F"/>
                </a:solidFill>
                <a:latin typeface="Questrial"/>
                <a:ea typeface="Questrial"/>
                <a:cs typeface="Questrial"/>
                <a:sym typeface="Questrial"/>
              </a:rPr>
              <a:t>Sensitivity : 70.78%                   Specificity: 87.78%</a:t>
            </a:r>
            <a:endParaRPr b="1" dirty="0">
              <a:solidFill>
                <a:srgbClr val="1F1F1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.</a:t>
            </a:r>
            <a:endParaRPr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229738" y="972688"/>
            <a:ext cx="3922025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9"/>
          <p:cNvPicPr preferRelativeResize="0"/>
          <p:nvPr/>
        </p:nvPicPr>
        <p:blipFill rotWithShape="1">
          <a:blip r:embed="rId4">
            <a:alphaModFix/>
          </a:blip>
          <a:srcRect t="12943" b="10382"/>
          <a:stretch/>
        </p:blipFill>
        <p:spPr>
          <a:xfrm>
            <a:off x="6400800" y="-114300"/>
            <a:ext cx="2943900" cy="23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9"/>
          <p:cNvSpPr txBox="1">
            <a:spLocks noGrp="1"/>
          </p:cNvSpPr>
          <p:nvPr>
            <p:ph type="title"/>
          </p:nvPr>
        </p:nvSpPr>
        <p:spPr>
          <a:xfrm>
            <a:off x="2340900" y="788075"/>
            <a:ext cx="58437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Technical Results &amp; System Strengths </a:t>
            </a:r>
            <a:endParaRPr/>
          </a:p>
        </p:txBody>
      </p:sp>
      <p:sp>
        <p:nvSpPr>
          <p:cNvPr id="274" name="Google Shape;274;p39"/>
          <p:cNvSpPr txBox="1">
            <a:spLocks noGrp="1"/>
          </p:cNvSpPr>
          <p:nvPr>
            <p:ph type="title" idx="2"/>
          </p:nvPr>
        </p:nvSpPr>
        <p:spPr>
          <a:xfrm>
            <a:off x="713225" y="788075"/>
            <a:ext cx="13941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75" name="Google Shape;275;p39"/>
          <p:cNvSpPr txBox="1"/>
          <p:nvPr/>
        </p:nvSpPr>
        <p:spPr>
          <a:xfrm>
            <a:off x="1993800" y="2154538"/>
            <a:ext cx="6508800" cy="21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Reduced False Negatives: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Dynamic decision thresholding significantly improved disease detection sensitivity on minority classes compared to standard 0.50 boundaries.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Enhanced Visual Features: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CLAHE pre-processing isolated subtle retinal structures like microaneurysms and vascular abnormalities for better feature learning.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Resource Efficiency: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Mixed-precision execution halved memory consumption, enabling larger batch sizes and faster convergence.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229738" y="972688"/>
            <a:ext cx="3922025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0"/>
          <p:cNvPicPr preferRelativeResize="0"/>
          <p:nvPr/>
        </p:nvPicPr>
        <p:blipFill rotWithShape="1">
          <a:blip r:embed="rId4">
            <a:alphaModFix/>
          </a:blip>
          <a:srcRect t="12943" b="10382"/>
          <a:stretch/>
        </p:blipFill>
        <p:spPr>
          <a:xfrm>
            <a:off x="6400800" y="-114300"/>
            <a:ext cx="2943900" cy="23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0"/>
          <p:cNvSpPr txBox="1">
            <a:spLocks noGrp="1"/>
          </p:cNvSpPr>
          <p:nvPr>
            <p:ph type="title"/>
          </p:nvPr>
        </p:nvSpPr>
        <p:spPr>
          <a:xfrm>
            <a:off x="2340900" y="788075"/>
            <a:ext cx="62085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Limitations, Failure Modes &amp; Future Work </a:t>
            </a:r>
            <a:endParaRPr/>
          </a:p>
        </p:txBody>
      </p:sp>
      <p:sp>
        <p:nvSpPr>
          <p:cNvPr id="283" name="Google Shape;283;p40"/>
          <p:cNvSpPr txBox="1">
            <a:spLocks noGrp="1"/>
          </p:cNvSpPr>
          <p:nvPr>
            <p:ph type="title" idx="2"/>
          </p:nvPr>
        </p:nvSpPr>
        <p:spPr>
          <a:xfrm>
            <a:off x="713225" y="788075"/>
            <a:ext cx="1394100" cy="12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84" name="Google Shape;284;p40"/>
          <p:cNvSpPr txBox="1"/>
          <p:nvPr/>
        </p:nvSpPr>
        <p:spPr>
          <a:xfrm>
            <a:off x="2003150" y="2294950"/>
            <a:ext cx="6508800" cy="21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Resolution Bottlenecks: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Downsampling high-resolution fundus scans to 384x384 pixels risks losing micro-vascular details.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Artifact Sensitivity: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Scans with severe lens glare, cataracts, or extreme underexposure can cause CLAHE to amplify background noise.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Questrial"/>
                <a:ea typeface="Questrial"/>
                <a:cs typeface="Questrial"/>
                <a:sym typeface="Questrial"/>
              </a:rPr>
              <a:t>Clinical Generalizability:</a:t>
            </a:r>
            <a:r>
              <a:rPr lang="en">
                <a:latin typeface="Questrial"/>
                <a:ea typeface="Questrial"/>
                <a:cs typeface="Questrial"/>
                <a:sym typeface="Questrial"/>
              </a:rPr>
              <a:t> Class weights addressed dataset imbalance, but multi-hospital external validation is required to ensure robustness across different camera hardware.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.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Performance Metrics</a:t>
            </a:r>
            <a:endParaRPr/>
          </a:p>
        </p:txBody>
      </p:sp>
      <p:sp>
        <p:nvSpPr>
          <p:cNvPr id="290" name="Google Shape;290;p41"/>
          <p:cNvSpPr txBox="1">
            <a:spLocks noGrp="1"/>
          </p:cNvSpPr>
          <p:nvPr>
            <p:ph type="subTitle" idx="1"/>
          </p:nvPr>
        </p:nvSpPr>
        <p:spPr>
          <a:xfrm>
            <a:off x="1940229" y="199040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85.01%</a:t>
            </a:r>
            <a:endParaRPr dirty="0"/>
          </a:p>
        </p:txBody>
      </p:sp>
      <p:sp>
        <p:nvSpPr>
          <p:cNvPr id="291" name="Google Shape;291;p41"/>
          <p:cNvSpPr txBox="1">
            <a:spLocks noGrp="1"/>
          </p:cNvSpPr>
          <p:nvPr>
            <p:ph type="subTitle" idx="2"/>
          </p:nvPr>
        </p:nvSpPr>
        <p:spPr>
          <a:xfrm>
            <a:off x="6282482" y="199040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78.53%</a:t>
            </a:r>
            <a:endParaRPr dirty="0"/>
          </a:p>
        </p:txBody>
      </p:sp>
      <p:sp>
        <p:nvSpPr>
          <p:cNvPr id="292" name="Google Shape;292;p41"/>
          <p:cNvSpPr txBox="1">
            <a:spLocks noGrp="1"/>
          </p:cNvSpPr>
          <p:nvPr>
            <p:ph type="subTitle" idx="3"/>
          </p:nvPr>
        </p:nvSpPr>
        <p:spPr>
          <a:xfrm>
            <a:off x="1940229" y="354385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78.20%</a:t>
            </a:r>
            <a:endParaRPr dirty="0"/>
          </a:p>
        </p:txBody>
      </p:sp>
      <p:sp>
        <p:nvSpPr>
          <p:cNvPr id="293" name="Google Shape;293;p41"/>
          <p:cNvSpPr txBox="1">
            <a:spLocks noGrp="1"/>
          </p:cNvSpPr>
          <p:nvPr>
            <p:ph type="subTitle" idx="4"/>
          </p:nvPr>
        </p:nvSpPr>
        <p:spPr>
          <a:xfrm>
            <a:off x="6282475" y="3543850"/>
            <a:ext cx="19782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1F1F"/>
                </a:solidFill>
              </a:rPr>
              <a:t>Sensitivity: 70.78%</a:t>
            </a:r>
            <a:endParaRPr dirty="0">
              <a:solidFill>
                <a:srgbClr val="1F1F1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F1F1F"/>
                </a:solidFill>
              </a:rPr>
              <a:t>Specificity: 87.78%</a:t>
            </a:r>
            <a:endParaRPr dirty="0">
              <a:solidFill>
                <a:srgbClr val="1F1F1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4" name="Google Shape;294;p41"/>
          <p:cNvSpPr txBox="1">
            <a:spLocks noGrp="1"/>
          </p:cNvSpPr>
          <p:nvPr>
            <p:ph type="subTitle" idx="5"/>
          </p:nvPr>
        </p:nvSpPr>
        <p:spPr>
          <a:xfrm>
            <a:off x="1940218" y="162540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ROC-AUC</a:t>
            </a:r>
            <a:endParaRPr/>
          </a:p>
        </p:txBody>
      </p:sp>
      <p:sp>
        <p:nvSpPr>
          <p:cNvPr id="295" name="Google Shape;295;p41"/>
          <p:cNvSpPr txBox="1">
            <a:spLocks noGrp="1"/>
          </p:cNvSpPr>
          <p:nvPr>
            <p:ph type="subTitle" idx="6"/>
          </p:nvPr>
        </p:nvSpPr>
        <p:spPr>
          <a:xfrm>
            <a:off x="1940218" y="317885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 Score</a:t>
            </a:r>
            <a:endParaRPr/>
          </a:p>
        </p:txBody>
      </p:sp>
      <p:sp>
        <p:nvSpPr>
          <p:cNvPr id="296" name="Google Shape;296;p41"/>
          <p:cNvSpPr txBox="1">
            <a:spLocks noGrp="1"/>
          </p:cNvSpPr>
          <p:nvPr>
            <p:ph type="subTitle" idx="7"/>
          </p:nvPr>
        </p:nvSpPr>
        <p:spPr>
          <a:xfrm>
            <a:off x="6282468" y="162540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Accuracy</a:t>
            </a:r>
            <a:endParaRPr/>
          </a:p>
        </p:txBody>
      </p:sp>
      <p:sp>
        <p:nvSpPr>
          <p:cNvPr id="297" name="Google Shape;297;p41"/>
          <p:cNvSpPr txBox="1">
            <a:spLocks noGrp="1"/>
          </p:cNvSpPr>
          <p:nvPr>
            <p:ph type="subTitle" idx="8"/>
          </p:nvPr>
        </p:nvSpPr>
        <p:spPr>
          <a:xfrm>
            <a:off x="6282468" y="3178850"/>
            <a:ext cx="1978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&amp; Specificity</a:t>
            </a:r>
            <a:endParaRPr/>
          </a:p>
        </p:txBody>
      </p:sp>
      <p:sp>
        <p:nvSpPr>
          <p:cNvPr id="298" name="Google Shape;298;p41"/>
          <p:cNvSpPr/>
          <p:nvPr/>
        </p:nvSpPr>
        <p:spPr>
          <a:xfrm>
            <a:off x="5225568" y="1625388"/>
            <a:ext cx="828300" cy="828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9" name="Google Shape;299;p41"/>
          <p:cNvSpPr/>
          <p:nvPr/>
        </p:nvSpPr>
        <p:spPr>
          <a:xfrm>
            <a:off x="883318" y="1625388"/>
            <a:ext cx="828300" cy="828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0" name="Google Shape;300;p41"/>
          <p:cNvSpPr/>
          <p:nvPr/>
        </p:nvSpPr>
        <p:spPr>
          <a:xfrm>
            <a:off x="5225568" y="3178838"/>
            <a:ext cx="828300" cy="828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1" name="Google Shape;301;p41"/>
          <p:cNvSpPr/>
          <p:nvPr/>
        </p:nvSpPr>
        <p:spPr>
          <a:xfrm>
            <a:off x="883318" y="3178838"/>
            <a:ext cx="828300" cy="828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302" name="Google Shape;302;p41"/>
          <p:cNvGrpSpPr/>
          <p:nvPr/>
        </p:nvGrpSpPr>
        <p:grpSpPr>
          <a:xfrm>
            <a:off x="5403384" y="3366876"/>
            <a:ext cx="472684" cy="452239"/>
            <a:chOff x="3950316" y="3820307"/>
            <a:chExt cx="369805" cy="353782"/>
          </a:xfrm>
        </p:grpSpPr>
        <p:sp>
          <p:nvSpPr>
            <p:cNvPr id="303" name="Google Shape;303;p41"/>
            <p:cNvSpPr/>
            <p:nvPr/>
          </p:nvSpPr>
          <p:spPr>
            <a:xfrm>
              <a:off x="4040561" y="3880991"/>
              <a:ext cx="99802" cy="28383"/>
            </a:xfrm>
            <a:custGeom>
              <a:avLst/>
              <a:gdLst/>
              <a:ahLst/>
              <a:cxnLst/>
              <a:rect l="l" t="t" r="r" b="b"/>
              <a:pathLst>
                <a:path w="3133" h="891" extrusionOk="0">
                  <a:moveTo>
                    <a:pt x="1572" y="1"/>
                  </a:moveTo>
                  <a:cubicBezTo>
                    <a:pt x="1001" y="1"/>
                    <a:pt x="465" y="227"/>
                    <a:pt x="60" y="632"/>
                  </a:cubicBezTo>
                  <a:cubicBezTo>
                    <a:pt x="1" y="691"/>
                    <a:pt x="1" y="787"/>
                    <a:pt x="60" y="846"/>
                  </a:cubicBezTo>
                  <a:cubicBezTo>
                    <a:pt x="84" y="876"/>
                    <a:pt x="123" y="891"/>
                    <a:pt x="165" y="891"/>
                  </a:cubicBezTo>
                  <a:cubicBezTo>
                    <a:pt x="206" y="891"/>
                    <a:pt x="251" y="876"/>
                    <a:pt x="287" y="846"/>
                  </a:cubicBezTo>
                  <a:cubicBezTo>
                    <a:pt x="632" y="513"/>
                    <a:pt x="1072" y="310"/>
                    <a:pt x="1572" y="310"/>
                  </a:cubicBezTo>
                  <a:cubicBezTo>
                    <a:pt x="2061" y="310"/>
                    <a:pt x="2501" y="513"/>
                    <a:pt x="2846" y="846"/>
                  </a:cubicBezTo>
                  <a:cubicBezTo>
                    <a:pt x="2876" y="876"/>
                    <a:pt x="2918" y="891"/>
                    <a:pt x="2960" y="891"/>
                  </a:cubicBezTo>
                  <a:cubicBezTo>
                    <a:pt x="3001" y="891"/>
                    <a:pt x="3043" y="876"/>
                    <a:pt x="3073" y="846"/>
                  </a:cubicBezTo>
                  <a:cubicBezTo>
                    <a:pt x="3132" y="787"/>
                    <a:pt x="3132" y="691"/>
                    <a:pt x="3073" y="632"/>
                  </a:cubicBezTo>
                  <a:cubicBezTo>
                    <a:pt x="2668" y="227"/>
                    <a:pt x="2132" y="1"/>
                    <a:pt x="15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1"/>
            <p:cNvSpPr/>
            <p:nvPr/>
          </p:nvSpPr>
          <p:spPr>
            <a:xfrm>
              <a:off x="3950316" y="3820307"/>
              <a:ext cx="369805" cy="353782"/>
            </a:xfrm>
            <a:custGeom>
              <a:avLst/>
              <a:gdLst/>
              <a:ahLst/>
              <a:cxnLst/>
              <a:rect l="l" t="t" r="r" b="b"/>
              <a:pathLst>
                <a:path w="11609" h="11106" extrusionOk="0">
                  <a:moveTo>
                    <a:pt x="7358" y="6728"/>
                  </a:moveTo>
                  <a:lnTo>
                    <a:pt x="7799" y="7156"/>
                  </a:lnTo>
                  <a:lnTo>
                    <a:pt x="7513" y="7442"/>
                  </a:lnTo>
                  <a:lnTo>
                    <a:pt x="7084" y="7014"/>
                  </a:lnTo>
                  <a:cubicBezTo>
                    <a:pt x="7180" y="6918"/>
                    <a:pt x="7275" y="6835"/>
                    <a:pt x="7358" y="6728"/>
                  </a:cubicBezTo>
                  <a:close/>
                  <a:moveTo>
                    <a:pt x="4395" y="358"/>
                  </a:moveTo>
                  <a:cubicBezTo>
                    <a:pt x="5337" y="358"/>
                    <a:pt x="6281" y="715"/>
                    <a:pt x="7001" y="1429"/>
                  </a:cubicBezTo>
                  <a:cubicBezTo>
                    <a:pt x="8370" y="2799"/>
                    <a:pt x="8430" y="4942"/>
                    <a:pt x="7239" y="6382"/>
                  </a:cubicBezTo>
                  <a:cubicBezTo>
                    <a:pt x="7096" y="6561"/>
                    <a:pt x="6930" y="6728"/>
                    <a:pt x="6763" y="6859"/>
                  </a:cubicBezTo>
                  <a:cubicBezTo>
                    <a:pt x="6075" y="7434"/>
                    <a:pt x="5230" y="7723"/>
                    <a:pt x="4386" y="7723"/>
                  </a:cubicBezTo>
                  <a:cubicBezTo>
                    <a:pt x="3448" y="7723"/>
                    <a:pt x="2513" y="7365"/>
                    <a:pt x="1798" y="6644"/>
                  </a:cubicBezTo>
                  <a:cubicBezTo>
                    <a:pt x="357" y="5192"/>
                    <a:pt x="357" y="2870"/>
                    <a:pt x="1798" y="1429"/>
                  </a:cubicBezTo>
                  <a:cubicBezTo>
                    <a:pt x="2512" y="715"/>
                    <a:pt x="3453" y="358"/>
                    <a:pt x="4395" y="358"/>
                  </a:cubicBezTo>
                  <a:close/>
                  <a:moveTo>
                    <a:pt x="8226" y="7228"/>
                  </a:moveTo>
                  <a:cubicBezTo>
                    <a:pt x="8260" y="7228"/>
                    <a:pt x="8293" y="7240"/>
                    <a:pt x="8311" y="7264"/>
                  </a:cubicBezTo>
                  <a:lnTo>
                    <a:pt x="8763" y="7668"/>
                  </a:lnTo>
                  <a:lnTo>
                    <a:pt x="8001" y="8430"/>
                  </a:lnTo>
                  <a:lnTo>
                    <a:pt x="7620" y="7966"/>
                  </a:lnTo>
                  <a:cubicBezTo>
                    <a:pt x="7573" y="7918"/>
                    <a:pt x="7573" y="7835"/>
                    <a:pt x="7620" y="7787"/>
                  </a:cubicBezTo>
                  <a:lnTo>
                    <a:pt x="8132" y="7264"/>
                  </a:lnTo>
                  <a:cubicBezTo>
                    <a:pt x="8156" y="7240"/>
                    <a:pt x="8192" y="7228"/>
                    <a:pt x="8226" y="7228"/>
                  </a:cubicBezTo>
                  <a:close/>
                  <a:moveTo>
                    <a:pt x="9013" y="7871"/>
                  </a:moveTo>
                  <a:lnTo>
                    <a:pt x="10871" y="9514"/>
                  </a:lnTo>
                  <a:cubicBezTo>
                    <a:pt x="11192" y="9800"/>
                    <a:pt x="11204" y="10276"/>
                    <a:pt x="10906" y="10573"/>
                  </a:cubicBezTo>
                  <a:cubicBezTo>
                    <a:pt x="10765" y="10715"/>
                    <a:pt x="10580" y="10784"/>
                    <a:pt x="10396" y="10784"/>
                  </a:cubicBezTo>
                  <a:cubicBezTo>
                    <a:pt x="10193" y="10784"/>
                    <a:pt x="9990" y="10700"/>
                    <a:pt x="9847" y="10538"/>
                  </a:cubicBezTo>
                  <a:lnTo>
                    <a:pt x="8227" y="8668"/>
                  </a:lnTo>
                  <a:lnTo>
                    <a:pt x="9013" y="7871"/>
                  </a:lnTo>
                  <a:close/>
                  <a:moveTo>
                    <a:pt x="4423" y="1"/>
                  </a:moveTo>
                  <a:cubicBezTo>
                    <a:pt x="3396" y="1"/>
                    <a:pt x="2370" y="394"/>
                    <a:pt x="1584" y="1179"/>
                  </a:cubicBezTo>
                  <a:cubicBezTo>
                    <a:pt x="0" y="2775"/>
                    <a:pt x="0" y="5299"/>
                    <a:pt x="1560" y="6883"/>
                  </a:cubicBezTo>
                  <a:cubicBezTo>
                    <a:pt x="2340" y="7663"/>
                    <a:pt x="3364" y="8052"/>
                    <a:pt x="4389" y="8052"/>
                  </a:cubicBezTo>
                  <a:cubicBezTo>
                    <a:pt x="5257" y="8052"/>
                    <a:pt x="6126" y="7773"/>
                    <a:pt x="6846" y="7216"/>
                  </a:cubicBezTo>
                  <a:lnTo>
                    <a:pt x="7323" y="7692"/>
                  </a:lnTo>
                  <a:cubicBezTo>
                    <a:pt x="7239" y="7859"/>
                    <a:pt x="7263" y="8049"/>
                    <a:pt x="7394" y="8180"/>
                  </a:cubicBezTo>
                  <a:lnTo>
                    <a:pt x="9644" y="10752"/>
                  </a:lnTo>
                  <a:cubicBezTo>
                    <a:pt x="9847" y="10986"/>
                    <a:pt x="10133" y="11105"/>
                    <a:pt x="10421" y="11105"/>
                  </a:cubicBezTo>
                  <a:cubicBezTo>
                    <a:pt x="10690" y="11105"/>
                    <a:pt x="10961" y="11001"/>
                    <a:pt x="11168" y="10788"/>
                  </a:cubicBezTo>
                  <a:cubicBezTo>
                    <a:pt x="11609" y="10359"/>
                    <a:pt x="11573" y="9657"/>
                    <a:pt x="11133" y="9264"/>
                  </a:cubicBezTo>
                  <a:lnTo>
                    <a:pt x="8573" y="7014"/>
                  </a:lnTo>
                  <a:cubicBezTo>
                    <a:pt x="8483" y="6939"/>
                    <a:pt x="8369" y="6897"/>
                    <a:pt x="8259" y="6897"/>
                  </a:cubicBezTo>
                  <a:cubicBezTo>
                    <a:pt x="8194" y="6897"/>
                    <a:pt x="8130" y="6911"/>
                    <a:pt x="8073" y="6942"/>
                  </a:cubicBezTo>
                  <a:lnTo>
                    <a:pt x="7596" y="6454"/>
                  </a:lnTo>
                  <a:cubicBezTo>
                    <a:pt x="8811" y="4894"/>
                    <a:pt x="8704" y="2632"/>
                    <a:pt x="7263" y="1179"/>
                  </a:cubicBezTo>
                  <a:cubicBezTo>
                    <a:pt x="6477" y="394"/>
                    <a:pt x="5450" y="1"/>
                    <a:pt x="4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1"/>
            <p:cNvSpPr/>
            <p:nvPr/>
          </p:nvSpPr>
          <p:spPr>
            <a:xfrm>
              <a:off x="4098219" y="3850602"/>
              <a:ext cx="101299" cy="195781"/>
            </a:xfrm>
            <a:custGeom>
              <a:avLst/>
              <a:gdLst/>
              <a:ahLst/>
              <a:cxnLst/>
              <a:rect l="l" t="t" r="r" b="b"/>
              <a:pathLst>
                <a:path w="3180" h="6146" extrusionOk="0">
                  <a:moveTo>
                    <a:pt x="194" y="1"/>
                  </a:moveTo>
                  <a:cubicBezTo>
                    <a:pt x="120" y="1"/>
                    <a:pt x="58" y="57"/>
                    <a:pt x="36" y="133"/>
                  </a:cubicBezTo>
                  <a:cubicBezTo>
                    <a:pt x="24" y="228"/>
                    <a:pt x="84" y="300"/>
                    <a:pt x="179" y="312"/>
                  </a:cubicBezTo>
                  <a:cubicBezTo>
                    <a:pt x="775" y="407"/>
                    <a:pt x="1322" y="669"/>
                    <a:pt x="1739" y="1110"/>
                  </a:cubicBezTo>
                  <a:cubicBezTo>
                    <a:pt x="2822" y="2193"/>
                    <a:pt x="2822" y="3967"/>
                    <a:pt x="1739" y="5050"/>
                  </a:cubicBezTo>
                  <a:cubicBezTo>
                    <a:pt x="1286" y="5479"/>
                    <a:pt x="739" y="5765"/>
                    <a:pt x="143" y="5836"/>
                  </a:cubicBezTo>
                  <a:cubicBezTo>
                    <a:pt x="60" y="5848"/>
                    <a:pt x="1" y="5932"/>
                    <a:pt x="13" y="6015"/>
                  </a:cubicBezTo>
                  <a:cubicBezTo>
                    <a:pt x="24" y="6086"/>
                    <a:pt x="84" y="6146"/>
                    <a:pt x="179" y="6146"/>
                  </a:cubicBezTo>
                  <a:lnTo>
                    <a:pt x="203" y="6146"/>
                  </a:lnTo>
                  <a:cubicBezTo>
                    <a:pt x="870" y="6063"/>
                    <a:pt x="1489" y="5753"/>
                    <a:pt x="1977" y="5277"/>
                  </a:cubicBezTo>
                  <a:cubicBezTo>
                    <a:pt x="3180" y="4062"/>
                    <a:pt x="3180" y="2086"/>
                    <a:pt x="1977" y="883"/>
                  </a:cubicBezTo>
                  <a:cubicBezTo>
                    <a:pt x="1501" y="407"/>
                    <a:pt x="894" y="97"/>
                    <a:pt x="215" y="2"/>
                  </a:cubicBezTo>
                  <a:cubicBezTo>
                    <a:pt x="208" y="1"/>
                    <a:pt x="201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1"/>
            <p:cNvSpPr/>
            <p:nvPr/>
          </p:nvSpPr>
          <p:spPr>
            <a:xfrm>
              <a:off x="3981789" y="3849136"/>
              <a:ext cx="103178" cy="198011"/>
            </a:xfrm>
            <a:custGeom>
              <a:avLst/>
              <a:gdLst/>
              <a:ahLst/>
              <a:cxnLst/>
              <a:rect l="l" t="t" r="r" b="b"/>
              <a:pathLst>
                <a:path w="3239" h="6216" extrusionOk="0">
                  <a:moveTo>
                    <a:pt x="3036" y="1"/>
                  </a:moveTo>
                  <a:cubicBezTo>
                    <a:pt x="2346" y="120"/>
                    <a:pt x="1703" y="441"/>
                    <a:pt x="1215" y="929"/>
                  </a:cubicBezTo>
                  <a:cubicBezTo>
                    <a:pt x="0" y="2132"/>
                    <a:pt x="0" y="4108"/>
                    <a:pt x="1215" y="5323"/>
                  </a:cubicBezTo>
                  <a:cubicBezTo>
                    <a:pt x="1715" y="5823"/>
                    <a:pt x="2346" y="6120"/>
                    <a:pt x="3036" y="6216"/>
                  </a:cubicBezTo>
                  <a:lnTo>
                    <a:pt x="3060" y="6216"/>
                  </a:lnTo>
                  <a:cubicBezTo>
                    <a:pt x="3132" y="6216"/>
                    <a:pt x="3203" y="6156"/>
                    <a:pt x="3215" y="6061"/>
                  </a:cubicBezTo>
                  <a:cubicBezTo>
                    <a:pt x="3239" y="5978"/>
                    <a:pt x="3156" y="5894"/>
                    <a:pt x="3072" y="5882"/>
                  </a:cubicBezTo>
                  <a:cubicBezTo>
                    <a:pt x="2441" y="5811"/>
                    <a:pt x="1882" y="5537"/>
                    <a:pt x="1429" y="5085"/>
                  </a:cubicBezTo>
                  <a:cubicBezTo>
                    <a:pt x="346" y="3989"/>
                    <a:pt x="346" y="2215"/>
                    <a:pt x="1429" y="1132"/>
                  </a:cubicBezTo>
                  <a:cubicBezTo>
                    <a:pt x="1882" y="691"/>
                    <a:pt x="2441" y="405"/>
                    <a:pt x="3072" y="334"/>
                  </a:cubicBezTo>
                  <a:cubicBezTo>
                    <a:pt x="3156" y="322"/>
                    <a:pt x="3215" y="239"/>
                    <a:pt x="3215" y="155"/>
                  </a:cubicBezTo>
                  <a:cubicBezTo>
                    <a:pt x="3203" y="60"/>
                    <a:pt x="3132" y="1"/>
                    <a:pt x="3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41"/>
          <p:cNvGrpSpPr/>
          <p:nvPr/>
        </p:nvGrpSpPr>
        <p:grpSpPr>
          <a:xfrm>
            <a:off x="1137352" y="3366775"/>
            <a:ext cx="320140" cy="452236"/>
            <a:chOff x="1333682" y="3344330"/>
            <a:chExt cx="271213" cy="383088"/>
          </a:xfrm>
        </p:grpSpPr>
        <p:sp>
          <p:nvSpPr>
            <p:cNvPr id="308" name="Google Shape;308;p41"/>
            <p:cNvSpPr/>
            <p:nvPr/>
          </p:nvSpPr>
          <p:spPr>
            <a:xfrm>
              <a:off x="1334065" y="3377332"/>
              <a:ext cx="270831" cy="350086"/>
            </a:xfrm>
            <a:custGeom>
              <a:avLst/>
              <a:gdLst/>
              <a:ahLst/>
              <a:cxnLst/>
              <a:rect l="l" t="t" r="r" b="b"/>
              <a:pathLst>
                <a:path w="8502" h="10990" extrusionOk="0">
                  <a:moveTo>
                    <a:pt x="6502" y="0"/>
                  </a:moveTo>
                  <a:cubicBezTo>
                    <a:pt x="6406" y="0"/>
                    <a:pt x="6323" y="84"/>
                    <a:pt x="6323" y="191"/>
                  </a:cubicBezTo>
                  <a:cubicBezTo>
                    <a:pt x="6323" y="286"/>
                    <a:pt x="6406" y="369"/>
                    <a:pt x="6502" y="369"/>
                  </a:cubicBezTo>
                  <a:lnTo>
                    <a:pt x="7276" y="369"/>
                  </a:lnTo>
                  <a:cubicBezTo>
                    <a:pt x="7383" y="369"/>
                    <a:pt x="7454" y="441"/>
                    <a:pt x="7454" y="548"/>
                  </a:cubicBezTo>
                  <a:lnTo>
                    <a:pt x="7454" y="9490"/>
                  </a:lnTo>
                  <a:cubicBezTo>
                    <a:pt x="7454" y="9597"/>
                    <a:pt x="7383" y="9668"/>
                    <a:pt x="7276" y="9668"/>
                  </a:cubicBezTo>
                  <a:lnTo>
                    <a:pt x="537" y="9668"/>
                  </a:lnTo>
                  <a:cubicBezTo>
                    <a:pt x="429" y="9668"/>
                    <a:pt x="358" y="9597"/>
                    <a:pt x="358" y="9490"/>
                  </a:cubicBezTo>
                  <a:lnTo>
                    <a:pt x="358" y="8775"/>
                  </a:lnTo>
                  <a:cubicBezTo>
                    <a:pt x="358" y="8668"/>
                    <a:pt x="287" y="8597"/>
                    <a:pt x="179" y="8597"/>
                  </a:cubicBezTo>
                  <a:cubicBezTo>
                    <a:pt x="72" y="8597"/>
                    <a:pt x="1" y="8668"/>
                    <a:pt x="1" y="8775"/>
                  </a:cubicBezTo>
                  <a:lnTo>
                    <a:pt x="1" y="9490"/>
                  </a:lnTo>
                  <a:cubicBezTo>
                    <a:pt x="1" y="9787"/>
                    <a:pt x="239" y="10013"/>
                    <a:pt x="525" y="10013"/>
                  </a:cubicBezTo>
                  <a:lnTo>
                    <a:pt x="703" y="10013"/>
                  </a:lnTo>
                  <a:lnTo>
                    <a:pt x="703" y="10466"/>
                  </a:lnTo>
                  <a:cubicBezTo>
                    <a:pt x="703" y="10763"/>
                    <a:pt x="941" y="10990"/>
                    <a:pt x="1227" y="10990"/>
                  </a:cubicBezTo>
                  <a:lnTo>
                    <a:pt x="7966" y="10990"/>
                  </a:lnTo>
                  <a:cubicBezTo>
                    <a:pt x="8264" y="10990"/>
                    <a:pt x="8490" y="10752"/>
                    <a:pt x="8490" y="10466"/>
                  </a:cubicBezTo>
                  <a:lnTo>
                    <a:pt x="8490" y="10252"/>
                  </a:lnTo>
                  <a:cubicBezTo>
                    <a:pt x="8490" y="10144"/>
                    <a:pt x="8407" y="10073"/>
                    <a:pt x="8311" y="10073"/>
                  </a:cubicBezTo>
                  <a:cubicBezTo>
                    <a:pt x="8204" y="10073"/>
                    <a:pt x="8133" y="10144"/>
                    <a:pt x="8133" y="10252"/>
                  </a:cubicBezTo>
                  <a:lnTo>
                    <a:pt x="8133" y="10466"/>
                  </a:lnTo>
                  <a:cubicBezTo>
                    <a:pt x="8133" y="10573"/>
                    <a:pt x="8049" y="10644"/>
                    <a:pt x="7954" y="10644"/>
                  </a:cubicBezTo>
                  <a:lnTo>
                    <a:pt x="1203" y="10644"/>
                  </a:lnTo>
                  <a:cubicBezTo>
                    <a:pt x="1108" y="10644"/>
                    <a:pt x="1025" y="10573"/>
                    <a:pt x="1025" y="10466"/>
                  </a:cubicBezTo>
                  <a:lnTo>
                    <a:pt x="1025" y="10013"/>
                  </a:lnTo>
                  <a:lnTo>
                    <a:pt x="7264" y="10013"/>
                  </a:lnTo>
                  <a:cubicBezTo>
                    <a:pt x="7561" y="10013"/>
                    <a:pt x="7788" y="9775"/>
                    <a:pt x="7788" y="9490"/>
                  </a:cubicBezTo>
                  <a:lnTo>
                    <a:pt x="7788" y="1358"/>
                  </a:lnTo>
                  <a:lnTo>
                    <a:pt x="7966" y="1358"/>
                  </a:lnTo>
                  <a:cubicBezTo>
                    <a:pt x="8061" y="1358"/>
                    <a:pt x="8145" y="1441"/>
                    <a:pt x="8145" y="1536"/>
                  </a:cubicBezTo>
                  <a:lnTo>
                    <a:pt x="8145" y="9501"/>
                  </a:lnTo>
                  <a:cubicBezTo>
                    <a:pt x="8145" y="9573"/>
                    <a:pt x="8228" y="9656"/>
                    <a:pt x="8323" y="9656"/>
                  </a:cubicBezTo>
                  <a:cubicBezTo>
                    <a:pt x="8430" y="9656"/>
                    <a:pt x="8502" y="9573"/>
                    <a:pt x="8502" y="9478"/>
                  </a:cubicBezTo>
                  <a:lnTo>
                    <a:pt x="8502" y="1512"/>
                  </a:lnTo>
                  <a:cubicBezTo>
                    <a:pt x="8502" y="1215"/>
                    <a:pt x="8264" y="988"/>
                    <a:pt x="7978" y="988"/>
                  </a:cubicBezTo>
                  <a:lnTo>
                    <a:pt x="7799" y="988"/>
                  </a:lnTo>
                  <a:lnTo>
                    <a:pt x="7799" y="524"/>
                  </a:lnTo>
                  <a:cubicBezTo>
                    <a:pt x="7799" y="226"/>
                    <a:pt x="7561" y="0"/>
                    <a:pt x="7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1"/>
            <p:cNvSpPr/>
            <p:nvPr/>
          </p:nvSpPr>
          <p:spPr>
            <a:xfrm>
              <a:off x="1333682" y="3344330"/>
              <a:ext cx="189697" cy="292461"/>
            </a:xfrm>
            <a:custGeom>
              <a:avLst/>
              <a:gdLst/>
              <a:ahLst/>
              <a:cxnLst/>
              <a:rect l="l" t="t" r="r" b="b"/>
              <a:pathLst>
                <a:path w="5955" h="9181" extrusionOk="0">
                  <a:moveTo>
                    <a:pt x="2430" y="370"/>
                  </a:moveTo>
                  <a:cubicBezTo>
                    <a:pt x="2489" y="370"/>
                    <a:pt x="2549" y="429"/>
                    <a:pt x="2549" y="489"/>
                  </a:cubicBezTo>
                  <a:lnTo>
                    <a:pt x="2549" y="727"/>
                  </a:lnTo>
                  <a:lnTo>
                    <a:pt x="1858" y="727"/>
                  </a:lnTo>
                  <a:lnTo>
                    <a:pt x="1858" y="489"/>
                  </a:lnTo>
                  <a:cubicBezTo>
                    <a:pt x="1858" y="429"/>
                    <a:pt x="1918" y="370"/>
                    <a:pt x="1977" y="370"/>
                  </a:cubicBezTo>
                  <a:close/>
                  <a:moveTo>
                    <a:pt x="3037" y="1072"/>
                  </a:moveTo>
                  <a:cubicBezTo>
                    <a:pt x="3120" y="1072"/>
                    <a:pt x="3216" y="1143"/>
                    <a:pt x="3216" y="1251"/>
                  </a:cubicBezTo>
                  <a:lnTo>
                    <a:pt x="3216" y="1953"/>
                  </a:lnTo>
                  <a:lnTo>
                    <a:pt x="1215" y="1953"/>
                  </a:lnTo>
                  <a:lnTo>
                    <a:pt x="1215" y="1251"/>
                  </a:lnTo>
                  <a:cubicBezTo>
                    <a:pt x="1203" y="1167"/>
                    <a:pt x="1299" y="1072"/>
                    <a:pt x="1382" y="1072"/>
                  </a:cubicBezTo>
                  <a:close/>
                  <a:moveTo>
                    <a:pt x="1977" y="0"/>
                  </a:moveTo>
                  <a:cubicBezTo>
                    <a:pt x="1727" y="0"/>
                    <a:pt x="1501" y="203"/>
                    <a:pt x="1501" y="477"/>
                  </a:cubicBezTo>
                  <a:lnTo>
                    <a:pt x="1501" y="715"/>
                  </a:lnTo>
                  <a:lnTo>
                    <a:pt x="1370" y="715"/>
                  </a:lnTo>
                  <a:cubicBezTo>
                    <a:pt x="1156" y="715"/>
                    <a:pt x="977" y="834"/>
                    <a:pt x="894" y="1012"/>
                  </a:cubicBezTo>
                  <a:lnTo>
                    <a:pt x="525" y="1012"/>
                  </a:lnTo>
                  <a:cubicBezTo>
                    <a:pt x="227" y="1012"/>
                    <a:pt x="1" y="1251"/>
                    <a:pt x="1" y="1536"/>
                  </a:cubicBezTo>
                  <a:lnTo>
                    <a:pt x="1" y="8990"/>
                  </a:lnTo>
                  <a:cubicBezTo>
                    <a:pt x="13" y="9109"/>
                    <a:pt x="84" y="9180"/>
                    <a:pt x="191" y="9180"/>
                  </a:cubicBezTo>
                  <a:cubicBezTo>
                    <a:pt x="299" y="9180"/>
                    <a:pt x="370" y="9109"/>
                    <a:pt x="370" y="9002"/>
                  </a:cubicBezTo>
                  <a:lnTo>
                    <a:pt x="370" y="1548"/>
                  </a:lnTo>
                  <a:cubicBezTo>
                    <a:pt x="370" y="1441"/>
                    <a:pt x="441" y="1370"/>
                    <a:pt x="549" y="1370"/>
                  </a:cubicBezTo>
                  <a:lnTo>
                    <a:pt x="858" y="1370"/>
                  </a:lnTo>
                  <a:lnTo>
                    <a:pt x="858" y="1965"/>
                  </a:lnTo>
                  <a:cubicBezTo>
                    <a:pt x="858" y="2144"/>
                    <a:pt x="1013" y="2310"/>
                    <a:pt x="1203" y="2310"/>
                  </a:cubicBezTo>
                  <a:lnTo>
                    <a:pt x="3228" y="2310"/>
                  </a:lnTo>
                  <a:cubicBezTo>
                    <a:pt x="3406" y="2310"/>
                    <a:pt x="3573" y="2155"/>
                    <a:pt x="3573" y="1965"/>
                  </a:cubicBezTo>
                  <a:lnTo>
                    <a:pt x="3573" y="1370"/>
                  </a:lnTo>
                  <a:lnTo>
                    <a:pt x="5775" y="1370"/>
                  </a:lnTo>
                  <a:cubicBezTo>
                    <a:pt x="5883" y="1370"/>
                    <a:pt x="5954" y="1298"/>
                    <a:pt x="5954" y="1191"/>
                  </a:cubicBezTo>
                  <a:cubicBezTo>
                    <a:pt x="5954" y="1084"/>
                    <a:pt x="5883" y="1012"/>
                    <a:pt x="5775" y="1012"/>
                  </a:cubicBezTo>
                  <a:lnTo>
                    <a:pt x="3513" y="1012"/>
                  </a:lnTo>
                  <a:cubicBezTo>
                    <a:pt x="3418" y="834"/>
                    <a:pt x="3239" y="715"/>
                    <a:pt x="3037" y="715"/>
                  </a:cubicBezTo>
                  <a:lnTo>
                    <a:pt x="2906" y="715"/>
                  </a:lnTo>
                  <a:lnTo>
                    <a:pt x="2906" y="477"/>
                  </a:lnTo>
                  <a:cubicBezTo>
                    <a:pt x="2906" y="227"/>
                    <a:pt x="2692" y="0"/>
                    <a:pt x="2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1"/>
            <p:cNvSpPr/>
            <p:nvPr/>
          </p:nvSpPr>
          <p:spPr>
            <a:xfrm>
              <a:off x="1444060" y="3469488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1"/>
            <p:cNvSpPr/>
            <p:nvPr/>
          </p:nvSpPr>
          <p:spPr>
            <a:xfrm>
              <a:off x="1444060" y="3493762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0"/>
                    <a:pt x="29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41"/>
            <p:cNvSpPr/>
            <p:nvPr/>
          </p:nvSpPr>
          <p:spPr>
            <a:xfrm>
              <a:off x="1444060" y="3541927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84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41"/>
            <p:cNvSpPr/>
            <p:nvPr/>
          </p:nvSpPr>
          <p:spPr>
            <a:xfrm>
              <a:off x="1444060" y="3565818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6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41"/>
            <p:cNvSpPr/>
            <p:nvPr/>
          </p:nvSpPr>
          <p:spPr>
            <a:xfrm>
              <a:off x="1444060" y="3614747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74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1"/>
            <p:cNvSpPr/>
            <p:nvPr/>
          </p:nvSpPr>
          <p:spPr>
            <a:xfrm>
              <a:off x="1444060" y="3638256"/>
              <a:ext cx="100917" cy="11404"/>
            </a:xfrm>
            <a:custGeom>
              <a:avLst/>
              <a:gdLst/>
              <a:ahLst/>
              <a:cxnLst/>
              <a:rect l="l" t="t" r="r" b="b"/>
              <a:pathLst>
                <a:path w="3168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2989" y="358"/>
                  </a:lnTo>
                  <a:cubicBezTo>
                    <a:pt x="3096" y="358"/>
                    <a:pt x="3168" y="287"/>
                    <a:pt x="3168" y="179"/>
                  </a:cubicBezTo>
                  <a:cubicBezTo>
                    <a:pt x="3168" y="72"/>
                    <a:pt x="3084" y="1"/>
                    <a:pt x="2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1"/>
            <p:cNvSpPr/>
            <p:nvPr/>
          </p:nvSpPr>
          <p:spPr>
            <a:xfrm>
              <a:off x="1371622" y="3459454"/>
              <a:ext cx="70208" cy="57084"/>
            </a:xfrm>
            <a:custGeom>
              <a:avLst/>
              <a:gdLst/>
              <a:ahLst/>
              <a:cxnLst/>
              <a:rect l="l" t="t" r="r" b="b"/>
              <a:pathLst>
                <a:path w="2204" h="1792" extrusionOk="0">
                  <a:moveTo>
                    <a:pt x="1417" y="387"/>
                  </a:moveTo>
                  <a:lnTo>
                    <a:pt x="1417" y="470"/>
                  </a:lnTo>
                  <a:lnTo>
                    <a:pt x="1072" y="768"/>
                  </a:lnTo>
                  <a:lnTo>
                    <a:pt x="905" y="589"/>
                  </a:lnTo>
                  <a:cubicBezTo>
                    <a:pt x="873" y="544"/>
                    <a:pt x="823" y="523"/>
                    <a:pt x="773" y="523"/>
                  </a:cubicBezTo>
                  <a:cubicBezTo>
                    <a:pt x="731" y="523"/>
                    <a:pt x="688" y="538"/>
                    <a:pt x="655" y="566"/>
                  </a:cubicBezTo>
                  <a:cubicBezTo>
                    <a:pt x="584" y="625"/>
                    <a:pt x="584" y="744"/>
                    <a:pt x="632" y="827"/>
                  </a:cubicBezTo>
                  <a:lnTo>
                    <a:pt x="917" y="1125"/>
                  </a:lnTo>
                  <a:cubicBezTo>
                    <a:pt x="953" y="1161"/>
                    <a:pt x="989" y="1185"/>
                    <a:pt x="1048" y="1185"/>
                  </a:cubicBezTo>
                  <a:cubicBezTo>
                    <a:pt x="1096" y="1185"/>
                    <a:pt x="1132" y="1161"/>
                    <a:pt x="1167" y="1137"/>
                  </a:cubicBezTo>
                  <a:lnTo>
                    <a:pt x="1429" y="923"/>
                  </a:lnTo>
                  <a:lnTo>
                    <a:pt x="1417" y="1447"/>
                  </a:lnTo>
                  <a:lnTo>
                    <a:pt x="358" y="1447"/>
                  </a:lnTo>
                  <a:lnTo>
                    <a:pt x="358" y="387"/>
                  </a:lnTo>
                  <a:close/>
                  <a:moveTo>
                    <a:pt x="2007" y="1"/>
                  </a:moveTo>
                  <a:cubicBezTo>
                    <a:pt x="1966" y="1"/>
                    <a:pt x="1925" y="17"/>
                    <a:pt x="1894" y="54"/>
                  </a:cubicBezTo>
                  <a:lnTo>
                    <a:pt x="1727" y="185"/>
                  </a:lnTo>
                  <a:cubicBezTo>
                    <a:pt x="1679" y="89"/>
                    <a:pt x="1596" y="30"/>
                    <a:pt x="1489" y="30"/>
                  </a:cubicBezTo>
                  <a:lnTo>
                    <a:pt x="263" y="30"/>
                  </a:lnTo>
                  <a:cubicBezTo>
                    <a:pt x="120" y="30"/>
                    <a:pt x="1" y="149"/>
                    <a:pt x="1" y="304"/>
                  </a:cubicBezTo>
                  <a:lnTo>
                    <a:pt x="1" y="1518"/>
                  </a:lnTo>
                  <a:cubicBezTo>
                    <a:pt x="1" y="1673"/>
                    <a:pt x="120" y="1792"/>
                    <a:pt x="263" y="1792"/>
                  </a:cubicBezTo>
                  <a:lnTo>
                    <a:pt x="1489" y="1792"/>
                  </a:lnTo>
                  <a:cubicBezTo>
                    <a:pt x="1632" y="1792"/>
                    <a:pt x="1751" y="1673"/>
                    <a:pt x="1751" y="1518"/>
                  </a:cubicBezTo>
                  <a:lnTo>
                    <a:pt x="1751" y="613"/>
                  </a:lnTo>
                  <a:lnTo>
                    <a:pt x="2108" y="304"/>
                  </a:lnTo>
                  <a:cubicBezTo>
                    <a:pt x="2203" y="256"/>
                    <a:pt x="2203" y="137"/>
                    <a:pt x="2144" y="65"/>
                  </a:cubicBezTo>
                  <a:cubicBezTo>
                    <a:pt x="2111" y="26"/>
                    <a:pt x="2059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1"/>
            <p:cNvSpPr/>
            <p:nvPr/>
          </p:nvSpPr>
          <p:spPr>
            <a:xfrm>
              <a:off x="1371622" y="3532434"/>
              <a:ext cx="70208" cy="56543"/>
            </a:xfrm>
            <a:custGeom>
              <a:avLst/>
              <a:gdLst/>
              <a:ahLst/>
              <a:cxnLst/>
              <a:rect l="l" t="t" r="r" b="b"/>
              <a:pathLst>
                <a:path w="2204" h="1775" extrusionOk="0">
                  <a:moveTo>
                    <a:pt x="1417" y="382"/>
                  </a:moveTo>
                  <a:lnTo>
                    <a:pt x="1417" y="465"/>
                  </a:lnTo>
                  <a:lnTo>
                    <a:pt x="1072" y="763"/>
                  </a:lnTo>
                  <a:lnTo>
                    <a:pt x="905" y="584"/>
                  </a:lnTo>
                  <a:cubicBezTo>
                    <a:pt x="874" y="547"/>
                    <a:pt x="827" y="529"/>
                    <a:pt x="779" y="529"/>
                  </a:cubicBezTo>
                  <a:cubicBezTo>
                    <a:pt x="734" y="529"/>
                    <a:pt x="690" y="544"/>
                    <a:pt x="655" y="572"/>
                  </a:cubicBezTo>
                  <a:cubicBezTo>
                    <a:pt x="584" y="632"/>
                    <a:pt x="584" y="751"/>
                    <a:pt x="632" y="822"/>
                  </a:cubicBezTo>
                  <a:lnTo>
                    <a:pt x="917" y="1120"/>
                  </a:lnTo>
                  <a:cubicBezTo>
                    <a:pt x="953" y="1168"/>
                    <a:pt x="989" y="1180"/>
                    <a:pt x="1048" y="1180"/>
                  </a:cubicBezTo>
                  <a:cubicBezTo>
                    <a:pt x="1096" y="1180"/>
                    <a:pt x="1132" y="1168"/>
                    <a:pt x="1167" y="1132"/>
                  </a:cubicBezTo>
                  <a:lnTo>
                    <a:pt x="1429" y="930"/>
                  </a:lnTo>
                  <a:lnTo>
                    <a:pt x="1417" y="1430"/>
                  </a:lnTo>
                  <a:lnTo>
                    <a:pt x="358" y="1430"/>
                  </a:lnTo>
                  <a:lnTo>
                    <a:pt x="358" y="382"/>
                  </a:lnTo>
                  <a:close/>
                  <a:moveTo>
                    <a:pt x="2012" y="1"/>
                  </a:moveTo>
                  <a:cubicBezTo>
                    <a:pt x="1969" y="1"/>
                    <a:pt x="1926" y="16"/>
                    <a:pt x="1894" y="49"/>
                  </a:cubicBezTo>
                  <a:lnTo>
                    <a:pt x="1727" y="180"/>
                  </a:lnTo>
                  <a:cubicBezTo>
                    <a:pt x="1679" y="96"/>
                    <a:pt x="1596" y="13"/>
                    <a:pt x="1489" y="13"/>
                  </a:cubicBezTo>
                  <a:lnTo>
                    <a:pt x="263" y="13"/>
                  </a:lnTo>
                  <a:cubicBezTo>
                    <a:pt x="120" y="13"/>
                    <a:pt x="1" y="132"/>
                    <a:pt x="1" y="287"/>
                  </a:cubicBezTo>
                  <a:lnTo>
                    <a:pt x="1" y="1501"/>
                  </a:lnTo>
                  <a:cubicBezTo>
                    <a:pt x="1" y="1656"/>
                    <a:pt x="120" y="1775"/>
                    <a:pt x="263" y="1775"/>
                  </a:cubicBezTo>
                  <a:lnTo>
                    <a:pt x="1489" y="1775"/>
                  </a:lnTo>
                  <a:cubicBezTo>
                    <a:pt x="1632" y="1775"/>
                    <a:pt x="1751" y="1656"/>
                    <a:pt x="1751" y="1501"/>
                  </a:cubicBezTo>
                  <a:lnTo>
                    <a:pt x="1751" y="608"/>
                  </a:lnTo>
                  <a:lnTo>
                    <a:pt x="2108" y="299"/>
                  </a:lnTo>
                  <a:cubicBezTo>
                    <a:pt x="2203" y="239"/>
                    <a:pt x="2203" y="144"/>
                    <a:pt x="2144" y="60"/>
                  </a:cubicBezTo>
                  <a:cubicBezTo>
                    <a:pt x="2111" y="22"/>
                    <a:pt x="2062" y="1"/>
                    <a:pt x="2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1"/>
            <p:cNvSpPr/>
            <p:nvPr/>
          </p:nvSpPr>
          <p:spPr>
            <a:xfrm>
              <a:off x="1371622" y="3605254"/>
              <a:ext cx="70208" cy="55810"/>
            </a:xfrm>
            <a:custGeom>
              <a:avLst/>
              <a:gdLst/>
              <a:ahLst/>
              <a:cxnLst/>
              <a:rect l="l" t="t" r="r" b="b"/>
              <a:pathLst>
                <a:path w="2204" h="1752" extrusionOk="0">
                  <a:moveTo>
                    <a:pt x="1417" y="358"/>
                  </a:moveTo>
                  <a:lnTo>
                    <a:pt x="1417" y="489"/>
                  </a:lnTo>
                  <a:lnTo>
                    <a:pt x="1072" y="787"/>
                  </a:lnTo>
                  <a:lnTo>
                    <a:pt x="905" y="608"/>
                  </a:lnTo>
                  <a:cubicBezTo>
                    <a:pt x="874" y="571"/>
                    <a:pt x="827" y="553"/>
                    <a:pt x="779" y="553"/>
                  </a:cubicBezTo>
                  <a:cubicBezTo>
                    <a:pt x="734" y="553"/>
                    <a:pt x="690" y="568"/>
                    <a:pt x="655" y="596"/>
                  </a:cubicBezTo>
                  <a:cubicBezTo>
                    <a:pt x="584" y="644"/>
                    <a:pt x="584" y="775"/>
                    <a:pt x="632" y="846"/>
                  </a:cubicBezTo>
                  <a:lnTo>
                    <a:pt x="917" y="1144"/>
                  </a:lnTo>
                  <a:cubicBezTo>
                    <a:pt x="953" y="1192"/>
                    <a:pt x="989" y="1203"/>
                    <a:pt x="1048" y="1203"/>
                  </a:cubicBezTo>
                  <a:cubicBezTo>
                    <a:pt x="1096" y="1203"/>
                    <a:pt x="1132" y="1192"/>
                    <a:pt x="1167" y="1156"/>
                  </a:cubicBezTo>
                  <a:lnTo>
                    <a:pt x="1429" y="953"/>
                  </a:lnTo>
                  <a:lnTo>
                    <a:pt x="1417" y="1406"/>
                  </a:lnTo>
                  <a:lnTo>
                    <a:pt x="358" y="1406"/>
                  </a:lnTo>
                  <a:lnTo>
                    <a:pt x="358" y="358"/>
                  </a:lnTo>
                  <a:close/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lnTo>
                    <a:pt x="1" y="1489"/>
                  </a:lnTo>
                  <a:cubicBezTo>
                    <a:pt x="1" y="1632"/>
                    <a:pt x="120" y="1751"/>
                    <a:pt x="263" y="1751"/>
                  </a:cubicBezTo>
                  <a:lnTo>
                    <a:pt x="1489" y="1751"/>
                  </a:lnTo>
                  <a:cubicBezTo>
                    <a:pt x="1632" y="1751"/>
                    <a:pt x="1751" y="1632"/>
                    <a:pt x="1751" y="1489"/>
                  </a:cubicBezTo>
                  <a:lnTo>
                    <a:pt x="1751" y="632"/>
                  </a:lnTo>
                  <a:lnTo>
                    <a:pt x="2108" y="322"/>
                  </a:lnTo>
                  <a:cubicBezTo>
                    <a:pt x="2191" y="263"/>
                    <a:pt x="2203" y="144"/>
                    <a:pt x="2132" y="72"/>
                  </a:cubicBezTo>
                  <a:cubicBezTo>
                    <a:pt x="2107" y="47"/>
                    <a:pt x="2062" y="32"/>
                    <a:pt x="2014" y="32"/>
                  </a:cubicBezTo>
                  <a:cubicBezTo>
                    <a:pt x="1972" y="32"/>
                    <a:pt x="1927" y="44"/>
                    <a:pt x="1894" y="72"/>
                  </a:cubicBezTo>
                  <a:lnTo>
                    <a:pt x="1739" y="191"/>
                  </a:lnTo>
                  <a:cubicBezTo>
                    <a:pt x="1715" y="84"/>
                    <a:pt x="1608" y="1"/>
                    <a:pt x="1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41"/>
          <p:cNvGrpSpPr/>
          <p:nvPr/>
        </p:nvGrpSpPr>
        <p:grpSpPr>
          <a:xfrm>
            <a:off x="5479469" y="1855617"/>
            <a:ext cx="320143" cy="392581"/>
            <a:chOff x="3086313" y="2877049"/>
            <a:chExt cx="320143" cy="392581"/>
          </a:xfrm>
        </p:grpSpPr>
        <p:sp>
          <p:nvSpPr>
            <p:cNvPr id="320" name="Google Shape;320;p41"/>
            <p:cNvSpPr/>
            <p:nvPr/>
          </p:nvSpPr>
          <p:spPr>
            <a:xfrm>
              <a:off x="3125749" y="2915371"/>
              <a:ext cx="240505" cy="354259"/>
            </a:xfrm>
            <a:custGeom>
              <a:avLst/>
              <a:gdLst/>
              <a:ahLst/>
              <a:cxnLst/>
              <a:rect l="l" t="t" r="r" b="b"/>
              <a:pathLst>
                <a:path w="7550" h="11121" extrusionOk="0">
                  <a:moveTo>
                    <a:pt x="3775" y="2929"/>
                  </a:moveTo>
                  <a:lnTo>
                    <a:pt x="3918" y="3120"/>
                  </a:lnTo>
                  <a:cubicBezTo>
                    <a:pt x="3871" y="3144"/>
                    <a:pt x="3823" y="3144"/>
                    <a:pt x="3775" y="3144"/>
                  </a:cubicBezTo>
                  <a:cubicBezTo>
                    <a:pt x="3740" y="3132"/>
                    <a:pt x="3692" y="3120"/>
                    <a:pt x="3644" y="3120"/>
                  </a:cubicBezTo>
                  <a:lnTo>
                    <a:pt x="3775" y="2929"/>
                  </a:lnTo>
                  <a:close/>
                  <a:moveTo>
                    <a:pt x="4168" y="3501"/>
                  </a:moveTo>
                  <a:lnTo>
                    <a:pt x="4299" y="3703"/>
                  </a:lnTo>
                  <a:cubicBezTo>
                    <a:pt x="4126" y="3751"/>
                    <a:pt x="3948" y="3775"/>
                    <a:pt x="3769" y="3775"/>
                  </a:cubicBezTo>
                  <a:cubicBezTo>
                    <a:pt x="3591" y="3775"/>
                    <a:pt x="3412" y="3751"/>
                    <a:pt x="3239" y="3703"/>
                  </a:cubicBezTo>
                  <a:lnTo>
                    <a:pt x="3382" y="3501"/>
                  </a:lnTo>
                  <a:cubicBezTo>
                    <a:pt x="3513" y="3560"/>
                    <a:pt x="3644" y="3572"/>
                    <a:pt x="3775" y="3572"/>
                  </a:cubicBezTo>
                  <a:cubicBezTo>
                    <a:pt x="3918" y="3572"/>
                    <a:pt x="4049" y="3537"/>
                    <a:pt x="4168" y="3501"/>
                  </a:cubicBezTo>
                  <a:close/>
                  <a:moveTo>
                    <a:pt x="3120" y="4132"/>
                  </a:moveTo>
                  <a:cubicBezTo>
                    <a:pt x="3275" y="4180"/>
                    <a:pt x="3418" y="4191"/>
                    <a:pt x="3561" y="4215"/>
                  </a:cubicBezTo>
                  <a:lnTo>
                    <a:pt x="3561" y="8109"/>
                  </a:lnTo>
                  <a:lnTo>
                    <a:pt x="3120" y="8109"/>
                  </a:lnTo>
                  <a:lnTo>
                    <a:pt x="3120" y="4132"/>
                  </a:lnTo>
                  <a:close/>
                  <a:moveTo>
                    <a:pt x="4430" y="4132"/>
                  </a:moveTo>
                  <a:lnTo>
                    <a:pt x="4430" y="8109"/>
                  </a:lnTo>
                  <a:lnTo>
                    <a:pt x="4001" y="8109"/>
                  </a:lnTo>
                  <a:lnTo>
                    <a:pt x="4001" y="4215"/>
                  </a:lnTo>
                  <a:cubicBezTo>
                    <a:pt x="4156" y="4191"/>
                    <a:pt x="4287" y="4180"/>
                    <a:pt x="4430" y="4132"/>
                  </a:cubicBezTo>
                  <a:close/>
                  <a:moveTo>
                    <a:pt x="3799" y="441"/>
                  </a:moveTo>
                  <a:cubicBezTo>
                    <a:pt x="4668" y="441"/>
                    <a:pt x="5490" y="786"/>
                    <a:pt x="6121" y="1394"/>
                  </a:cubicBezTo>
                  <a:cubicBezTo>
                    <a:pt x="6752" y="2025"/>
                    <a:pt x="7097" y="2858"/>
                    <a:pt x="7097" y="3751"/>
                  </a:cubicBezTo>
                  <a:cubicBezTo>
                    <a:pt x="7097" y="4620"/>
                    <a:pt x="6752" y="5442"/>
                    <a:pt x="6157" y="6073"/>
                  </a:cubicBezTo>
                  <a:cubicBezTo>
                    <a:pt x="5609" y="6632"/>
                    <a:pt x="5299" y="7347"/>
                    <a:pt x="5240" y="8109"/>
                  </a:cubicBezTo>
                  <a:lnTo>
                    <a:pt x="4883" y="8109"/>
                  </a:lnTo>
                  <a:lnTo>
                    <a:pt x="4883" y="3822"/>
                  </a:lnTo>
                  <a:cubicBezTo>
                    <a:pt x="4883" y="3775"/>
                    <a:pt x="4871" y="3739"/>
                    <a:pt x="4835" y="3703"/>
                  </a:cubicBezTo>
                  <a:lnTo>
                    <a:pt x="3978" y="2406"/>
                  </a:lnTo>
                  <a:cubicBezTo>
                    <a:pt x="3930" y="2346"/>
                    <a:pt x="3871" y="2310"/>
                    <a:pt x="3799" y="2310"/>
                  </a:cubicBezTo>
                  <a:cubicBezTo>
                    <a:pt x="3716" y="2310"/>
                    <a:pt x="3644" y="2334"/>
                    <a:pt x="3620" y="2406"/>
                  </a:cubicBezTo>
                  <a:lnTo>
                    <a:pt x="2751" y="3703"/>
                  </a:lnTo>
                  <a:cubicBezTo>
                    <a:pt x="2728" y="3739"/>
                    <a:pt x="2704" y="3775"/>
                    <a:pt x="2704" y="3822"/>
                  </a:cubicBezTo>
                  <a:lnTo>
                    <a:pt x="2704" y="8109"/>
                  </a:lnTo>
                  <a:lnTo>
                    <a:pt x="2347" y="8109"/>
                  </a:lnTo>
                  <a:cubicBezTo>
                    <a:pt x="2287" y="7347"/>
                    <a:pt x="1977" y="6632"/>
                    <a:pt x="1430" y="6073"/>
                  </a:cubicBezTo>
                  <a:cubicBezTo>
                    <a:pt x="834" y="5465"/>
                    <a:pt x="501" y="4656"/>
                    <a:pt x="489" y="3810"/>
                  </a:cubicBezTo>
                  <a:cubicBezTo>
                    <a:pt x="477" y="2929"/>
                    <a:pt x="823" y="2096"/>
                    <a:pt x="1430" y="1453"/>
                  </a:cubicBezTo>
                  <a:cubicBezTo>
                    <a:pt x="2049" y="822"/>
                    <a:pt x="2870" y="453"/>
                    <a:pt x="3751" y="441"/>
                  </a:cubicBezTo>
                  <a:close/>
                  <a:moveTo>
                    <a:pt x="5228" y="8561"/>
                  </a:moveTo>
                  <a:lnTo>
                    <a:pt x="5228" y="8835"/>
                  </a:lnTo>
                  <a:lnTo>
                    <a:pt x="5228" y="8883"/>
                  </a:lnTo>
                  <a:lnTo>
                    <a:pt x="2335" y="8883"/>
                  </a:lnTo>
                  <a:lnTo>
                    <a:pt x="2335" y="8835"/>
                  </a:lnTo>
                  <a:lnTo>
                    <a:pt x="2335" y="8561"/>
                  </a:lnTo>
                  <a:close/>
                  <a:moveTo>
                    <a:pt x="5121" y="9311"/>
                  </a:moveTo>
                  <a:cubicBezTo>
                    <a:pt x="4942" y="9752"/>
                    <a:pt x="4525" y="10026"/>
                    <a:pt x="4037" y="10026"/>
                  </a:cubicBezTo>
                  <a:lnTo>
                    <a:pt x="3525" y="10026"/>
                  </a:lnTo>
                  <a:cubicBezTo>
                    <a:pt x="3037" y="10026"/>
                    <a:pt x="2620" y="9728"/>
                    <a:pt x="2442" y="9311"/>
                  </a:cubicBezTo>
                  <a:close/>
                  <a:moveTo>
                    <a:pt x="4049" y="10478"/>
                  </a:moveTo>
                  <a:cubicBezTo>
                    <a:pt x="4061" y="10478"/>
                    <a:pt x="4109" y="10478"/>
                    <a:pt x="4132" y="10490"/>
                  </a:cubicBezTo>
                  <a:cubicBezTo>
                    <a:pt x="4132" y="10597"/>
                    <a:pt x="4049" y="10668"/>
                    <a:pt x="3954" y="10668"/>
                  </a:cubicBezTo>
                  <a:lnTo>
                    <a:pt x="3620" y="10668"/>
                  </a:lnTo>
                  <a:cubicBezTo>
                    <a:pt x="3513" y="10668"/>
                    <a:pt x="3442" y="10585"/>
                    <a:pt x="3442" y="10490"/>
                  </a:cubicBezTo>
                  <a:lnTo>
                    <a:pt x="3442" y="10478"/>
                  </a:lnTo>
                  <a:close/>
                  <a:moveTo>
                    <a:pt x="3762" y="0"/>
                  </a:moveTo>
                  <a:cubicBezTo>
                    <a:pt x="3746" y="0"/>
                    <a:pt x="3731" y="0"/>
                    <a:pt x="3716" y="0"/>
                  </a:cubicBezTo>
                  <a:cubicBezTo>
                    <a:pt x="1656" y="24"/>
                    <a:pt x="1" y="1739"/>
                    <a:pt x="13" y="3810"/>
                  </a:cubicBezTo>
                  <a:cubicBezTo>
                    <a:pt x="25" y="4775"/>
                    <a:pt x="406" y="5680"/>
                    <a:pt x="1073" y="6370"/>
                  </a:cubicBezTo>
                  <a:cubicBezTo>
                    <a:pt x="1596" y="6906"/>
                    <a:pt x="1870" y="7609"/>
                    <a:pt x="1870" y="8335"/>
                  </a:cubicBezTo>
                  <a:lnTo>
                    <a:pt x="1870" y="8835"/>
                  </a:lnTo>
                  <a:cubicBezTo>
                    <a:pt x="1870" y="9549"/>
                    <a:pt x="2335" y="10168"/>
                    <a:pt x="2966" y="10383"/>
                  </a:cubicBezTo>
                  <a:lnTo>
                    <a:pt x="2966" y="10490"/>
                  </a:lnTo>
                  <a:cubicBezTo>
                    <a:pt x="2966" y="10835"/>
                    <a:pt x="3239" y="11121"/>
                    <a:pt x="3585" y="11121"/>
                  </a:cubicBezTo>
                  <a:lnTo>
                    <a:pt x="3930" y="11121"/>
                  </a:lnTo>
                  <a:cubicBezTo>
                    <a:pt x="4275" y="11121"/>
                    <a:pt x="4549" y="10835"/>
                    <a:pt x="4549" y="10490"/>
                  </a:cubicBezTo>
                  <a:lnTo>
                    <a:pt x="4549" y="10383"/>
                  </a:lnTo>
                  <a:cubicBezTo>
                    <a:pt x="5192" y="10168"/>
                    <a:pt x="5645" y="9549"/>
                    <a:pt x="5645" y="8835"/>
                  </a:cubicBezTo>
                  <a:lnTo>
                    <a:pt x="5645" y="8335"/>
                  </a:lnTo>
                  <a:cubicBezTo>
                    <a:pt x="5645" y="7609"/>
                    <a:pt x="5918" y="6918"/>
                    <a:pt x="6442" y="6382"/>
                  </a:cubicBezTo>
                  <a:cubicBezTo>
                    <a:pt x="7133" y="5680"/>
                    <a:pt x="7502" y="4751"/>
                    <a:pt x="7502" y="3763"/>
                  </a:cubicBezTo>
                  <a:cubicBezTo>
                    <a:pt x="7550" y="2751"/>
                    <a:pt x="7145" y="1798"/>
                    <a:pt x="6418" y="1084"/>
                  </a:cubicBezTo>
                  <a:cubicBezTo>
                    <a:pt x="5715" y="380"/>
                    <a:pt x="4757" y="0"/>
                    <a:pt x="3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1"/>
            <p:cNvSpPr/>
            <p:nvPr/>
          </p:nvSpPr>
          <p:spPr>
            <a:xfrm>
              <a:off x="3263076" y="2942511"/>
              <a:ext cx="79287" cy="99579"/>
            </a:xfrm>
            <a:custGeom>
              <a:avLst/>
              <a:gdLst/>
              <a:ahLst/>
              <a:cxnLst/>
              <a:rect l="l" t="t" r="r" b="b"/>
              <a:pathLst>
                <a:path w="2489" h="3126" extrusionOk="0">
                  <a:moveTo>
                    <a:pt x="246" y="1"/>
                  </a:moveTo>
                  <a:cubicBezTo>
                    <a:pt x="146" y="1"/>
                    <a:pt x="56" y="59"/>
                    <a:pt x="36" y="161"/>
                  </a:cubicBezTo>
                  <a:cubicBezTo>
                    <a:pt x="0" y="280"/>
                    <a:pt x="60" y="399"/>
                    <a:pt x="179" y="422"/>
                  </a:cubicBezTo>
                  <a:cubicBezTo>
                    <a:pt x="1286" y="744"/>
                    <a:pt x="2048" y="1768"/>
                    <a:pt x="2048" y="2899"/>
                  </a:cubicBezTo>
                  <a:cubicBezTo>
                    <a:pt x="2048" y="3018"/>
                    <a:pt x="2143" y="3125"/>
                    <a:pt x="2262" y="3125"/>
                  </a:cubicBezTo>
                  <a:cubicBezTo>
                    <a:pt x="2381" y="3125"/>
                    <a:pt x="2488" y="3018"/>
                    <a:pt x="2488" y="2899"/>
                  </a:cubicBezTo>
                  <a:cubicBezTo>
                    <a:pt x="2488" y="1577"/>
                    <a:pt x="1595" y="387"/>
                    <a:pt x="298" y="6"/>
                  </a:cubicBezTo>
                  <a:cubicBezTo>
                    <a:pt x="280" y="2"/>
                    <a:pt x="263" y="1"/>
                    <a:pt x="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1"/>
            <p:cNvSpPr/>
            <p:nvPr/>
          </p:nvSpPr>
          <p:spPr>
            <a:xfrm>
              <a:off x="3237656" y="2939262"/>
              <a:ext cx="20897" cy="14462"/>
            </a:xfrm>
            <a:custGeom>
              <a:avLst/>
              <a:gdLst/>
              <a:ahLst/>
              <a:cxnLst/>
              <a:rect l="l" t="t" r="r" b="b"/>
              <a:pathLst>
                <a:path w="656" h="454" extrusionOk="0">
                  <a:moveTo>
                    <a:pt x="227" y="1"/>
                  </a:moveTo>
                  <a:cubicBezTo>
                    <a:pt x="107" y="1"/>
                    <a:pt x="0" y="108"/>
                    <a:pt x="0" y="227"/>
                  </a:cubicBezTo>
                  <a:cubicBezTo>
                    <a:pt x="0" y="346"/>
                    <a:pt x="107" y="453"/>
                    <a:pt x="227" y="453"/>
                  </a:cubicBezTo>
                  <a:lnTo>
                    <a:pt x="417" y="453"/>
                  </a:lnTo>
                  <a:cubicBezTo>
                    <a:pt x="536" y="453"/>
                    <a:pt x="619" y="358"/>
                    <a:pt x="643" y="251"/>
                  </a:cubicBezTo>
                  <a:cubicBezTo>
                    <a:pt x="655" y="108"/>
                    <a:pt x="560" y="1"/>
                    <a:pt x="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1"/>
            <p:cNvSpPr/>
            <p:nvPr/>
          </p:nvSpPr>
          <p:spPr>
            <a:xfrm>
              <a:off x="3379888" y="3029539"/>
              <a:ext cx="26567" cy="14048"/>
            </a:xfrm>
            <a:custGeom>
              <a:avLst/>
              <a:gdLst/>
              <a:ahLst/>
              <a:cxnLst/>
              <a:rect l="l" t="t" r="r" b="b"/>
              <a:pathLst>
                <a:path w="834" h="441" extrusionOk="0">
                  <a:moveTo>
                    <a:pt x="226" y="0"/>
                  </a:moveTo>
                  <a:cubicBezTo>
                    <a:pt x="107" y="0"/>
                    <a:pt x="0" y="107"/>
                    <a:pt x="0" y="226"/>
                  </a:cubicBezTo>
                  <a:cubicBezTo>
                    <a:pt x="0" y="346"/>
                    <a:pt x="107" y="441"/>
                    <a:pt x="226" y="441"/>
                  </a:cubicBezTo>
                  <a:lnTo>
                    <a:pt x="607" y="441"/>
                  </a:lnTo>
                  <a:cubicBezTo>
                    <a:pt x="726" y="441"/>
                    <a:pt x="834" y="346"/>
                    <a:pt x="834" y="226"/>
                  </a:cubicBezTo>
                  <a:cubicBezTo>
                    <a:pt x="822" y="107"/>
                    <a:pt x="726" y="0"/>
                    <a:pt x="6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1"/>
            <p:cNvSpPr/>
            <p:nvPr/>
          </p:nvSpPr>
          <p:spPr>
            <a:xfrm>
              <a:off x="3086313" y="3029539"/>
              <a:ext cx="26599" cy="14048"/>
            </a:xfrm>
            <a:custGeom>
              <a:avLst/>
              <a:gdLst/>
              <a:ahLst/>
              <a:cxnLst/>
              <a:rect l="l" t="t" r="r" b="b"/>
              <a:pathLst>
                <a:path w="835" h="441" extrusionOk="0">
                  <a:moveTo>
                    <a:pt x="227" y="0"/>
                  </a:moveTo>
                  <a:cubicBezTo>
                    <a:pt x="108" y="0"/>
                    <a:pt x="1" y="107"/>
                    <a:pt x="1" y="226"/>
                  </a:cubicBezTo>
                  <a:cubicBezTo>
                    <a:pt x="1" y="346"/>
                    <a:pt x="108" y="441"/>
                    <a:pt x="227" y="441"/>
                  </a:cubicBezTo>
                  <a:lnTo>
                    <a:pt x="608" y="441"/>
                  </a:lnTo>
                  <a:cubicBezTo>
                    <a:pt x="727" y="441"/>
                    <a:pt x="834" y="346"/>
                    <a:pt x="834" y="226"/>
                  </a:cubicBezTo>
                  <a:cubicBezTo>
                    <a:pt x="834" y="107"/>
                    <a:pt x="727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1"/>
            <p:cNvSpPr/>
            <p:nvPr/>
          </p:nvSpPr>
          <p:spPr>
            <a:xfrm>
              <a:off x="3359788" y="2953469"/>
              <a:ext cx="26567" cy="20355"/>
            </a:xfrm>
            <a:custGeom>
              <a:avLst/>
              <a:gdLst/>
              <a:ahLst/>
              <a:cxnLst/>
              <a:rect l="l" t="t" r="r" b="b"/>
              <a:pathLst>
                <a:path w="834" h="639" extrusionOk="0">
                  <a:moveTo>
                    <a:pt x="594" y="0"/>
                  </a:moveTo>
                  <a:cubicBezTo>
                    <a:pt x="555" y="0"/>
                    <a:pt x="514" y="13"/>
                    <a:pt x="476" y="43"/>
                  </a:cubicBezTo>
                  <a:lnTo>
                    <a:pt x="155" y="233"/>
                  </a:lnTo>
                  <a:cubicBezTo>
                    <a:pt x="48" y="293"/>
                    <a:pt x="0" y="424"/>
                    <a:pt x="83" y="531"/>
                  </a:cubicBezTo>
                  <a:cubicBezTo>
                    <a:pt x="119" y="602"/>
                    <a:pt x="203" y="638"/>
                    <a:pt x="274" y="638"/>
                  </a:cubicBezTo>
                  <a:cubicBezTo>
                    <a:pt x="310" y="638"/>
                    <a:pt x="345" y="614"/>
                    <a:pt x="381" y="602"/>
                  </a:cubicBezTo>
                  <a:lnTo>
                    <a:pt x="703" y="412"/>
                  </a:lnTo>
                  <a:cubicBezTo>
                    <a:pt x="810" y="352"/>
                    <a:pt x="834" y="221"/>
                    <a:pt x="774" y="114"/>
                  </a:cubicBezTo>
                  <a:cubicBezTo>
                    <a:pt x="735" y="45"/>
                    <a:pt x="667" y="0"/>
                    <a:pt x="5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1"/>
            <p:cNvSpPr/>
            <p:nvPr/>
          </p:nvSpPr>
          <p:spPr>
            <a:xfrm>
              <a:off x="3106413" y="3100034"/>
              <a:ext cx="26599" cy="20164"/>
            </a:xfrm>
            <a:custGeom>
              <a:avLst/>
              <a:gdLst/>
              <a:ahLst/>
              <a:cxnLst/>
              <a:rect l="l" t="t" r="r" b="b"/>
              <a:pathLst>
                <a:path w="835" h="633" extrusionOk="0">
                  <a:moveTo>
                    <a:pt x="590" y="0"/>
                  </a:moveTo>
                  <a:cubicBezTo>
                    <a:pt x="550" y="0"/>
                    <a:pt x="511" y="12"/>
                    <a:pt x="477" y="38"/>
                  </a:cubicBezTo>
                  <a:lnTo>
                    <a:pt x="144" y="228"/>
                  </a:lnTo>
                  <a:cubicBezTo>
                    <a:pt x="36" y="288"/>
                    <a:pt x="1" y="419"/>
                    <a:pt x="72" y="526"/>
                  </a:cubicBezTo>
                  <a:cubicBezTo>
                    <a:pt x="108" y="597"/>
                    <a:pt x="191" y="633"/>
                    <a:pt x="263" y="633"/>
                  </a:cubicBezTo>
                  <a:cubicBezTo>
                    <a:pt x="310" y="633"/>
                    <a:pt x="334" y="609"/>
                    <a:pt x="370" y="597"/>
                  </a:cubicBezTo>
                  <a:lnTo>
                    <a:pt x="691" y="407"/>
                  </a:lnTo>
                  <a:cubicBezTo>
                    <a:pt x="787" y="347"/>
                    <a:pt x="834" y="216"/>
                    <a:pt x="775" y="109"/>
                  </a:cubicBezTo>
                  <a:cubicBezTo>
                    <a:pt x="736" y="40"/>
                    <a:pt x="663" y="0"/>
                    <a:pt x="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1"/>
            <p:cNvSpPr/>
            <p:nvPr/>
          </p:nvSpPr>
          <p:spPr>
            <a:xfrm>
              <a:off x="3308565" y="2897277"/>
              <a:ext cx="22044" cy="24178"/>
            </a:xfrm>
            <a:custGeom>
              <a:avLst/>
              <a:gdLst/>
              <a:ahLst/>
              <a:cxnLst/>
              <a:rect l="l" t="t" r="r" b="b"/>
              <a:pathLst>
                <a:path w="692" h="759" extrusionOk="0">
                  <a:moveTo>
                    <a:pt x="441" y="1"/>
                  </a:moveTo>
                  <a:cubicBezTo>
                    <a:pt x="369" y="1"/>
                    <a:pt x="301" y="35"/>
                    <a:pt x="263" y="104"/>
                  </a:cubicBezTo>
                  <a:lnTo>
                    <a:pt x="60" y="438"/>
                  </a:lnTo>
                  <a:cubicBezTo>
                    <a:pt x="1" y="533"/>
                    <a:pt x="37" y="676"/>
                    <a:pt x="144" y="735"/>
                  </a:cubicBezTo>
                  <a:cubicBezTo>
                    <a:pt x="167" y="747"/>
                    <a:pt x="215" y="759"/>
                    <a:pt x="239" y="759"/>
                  </a:cubicBezTo>
                  <a:cubicBezTo>
                    <a:pt x="322" y="759"/>
                    <a:pt x="394" y="711"/>
                    <a:pt x="441" y="652"/>
                  </a:cubicBezTo>
                  <a:lnTo>
                    <a:pt x="632" y="330"/>
                  </a:lnTo>
                  <a:cubicBezTo>
                    <a:pt x="691" y="223"/>
                    <a:pt x="656" y="92"/>
                    <a:pt x="560" y="33"/>
                  </a:cubicBezTo>
                  <a:cubicBezTo>
                    <a:pt x="522" y="11"/>
                    <a:pt x="481" y="1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1"/>
            <p:cNvSpPr/>
            <p:nvPr/>
          </p:nvSpPr>
          <p:spPr>
            <a:xfrm>
              <a:off x="3239153" y="2877049"/>
              <a:ext cx="14080" cy="26599"/>
            </a:xfrm>
            <a:custGeom>
              <a:avLst/>
              <a:gdLst/>
              <a:ahLst/>
              <a:cxnLst/>
              <a:rect l="l" t="t" r="r" b="b"/>
              <a:pathLst>
                <a:path w="442" h="835" extrusionOk="0">
                  <a:moveTo>
                    <a:pt x="215" y="1"/>
                  </a:moveTo>
                  <a:cubicBezTo>
                    <a:pt x="96" y="1"/>
                    <a:pt x="1" y="96"/>
                    <a:pt x="1" y="215"/>
                  </a:cubicBezTo>
                  <a:lnTo>
                    <a:pt x="1" y="608"/>
                  </a:lnTo>
                  <a:cubicBezTo>
                    <a:pt x="1" y="727"/>
                    <a:pt x="96" y="834"/>
                    <a:pt x="215" y="834"/>
                  </a:cubicBezTo>
                  <a:cubicBezTo>
                    <a:pt x="334" y="834"/>
                    <a:pt x="441" y="727"/>
                    <a:pt x="441" y="608"/>
                  </a:cubicBezTo>
                  <a:lnTo>
                    <a:pt x="441" y="215"/>
                  </a:lnTo>
                  <a:cubicBezTo>
                    <a:pt x="441" y="96"/>
                    <a:pt x="358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1"/>
            <p:cNvSpPr/>
            <p:nvPr/>
          </p:nvSpPr>
          <p:spPr>
            <a:xfrm>
              <a:off x="3161809" y="2897500"/>
              <a:ext cx="22394" cy="24337"/>
            </a:xfrm>
            <a:custGeom>
              <a:avLst/>
              <a:gdLst/>
              <a:ahLst/>
              <a:cxnLst/>
              <a:rect l="l" t="t" r="r" b="b"/>
              <a:pathLst>
                <a:path w="703" h="764" extrusionOk="0">
                  <a:moveTo>
                    <a:pt x="262" y="0"/>
                  </a:moveTo>
                  <a:cubicBezTo>
                    <a:pt x="222" y="0"/>
                    <a:pt x="181" y="12"/>
                    <a:pt x="143" y="38"/>
                  </a:cubicBezTo>
                  <a:cubicBezTo>
                    <a:pt x="48" y="97"/>
                    <a:pt x="0" y="228"/>
                    <a:pt x="72" y="335"/>
                  </a:cubicBezTo>
                  <a:lnTo>
                    <a:pt x="262" y="669"/>
                  </a:lnTo>
                  <a:cubicBezTo>
                    <a:pt x="310" y="740"/>
                    <a:pt x="381" y="764"/>
                    <a:pt x="464" y="764"/>
                  </a:cubicBezTo>
                  <a:cubicBezTo>
                    <a:pt x="500" y="764"/>
                    <a:pt x="536" y="752"/>
                    <a:pt x="560" y="740"/>
                  </a:cubicBezTo>
                  <a:cubicBezTo>
                    <a:pt x="667" y="681"/>
                    <a:pt x="703" y="550"/>
                    <a:pt x="643" y="442"/>
                  </a:cubicBezTo>
                  <a:lnTo>
                    <a:pt x="441" y="109"/>
                  </a:lnTo>
                  <a:cubicBezTo>
                    <a:pt x="402" y="40"/>
                    <a:pt x="334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1"/>
            <p:cNvSpPr/>
            <p:nvPr/>
          </p:nvSpPr>
          <p:spPr>
            <a:xfrm>
              <a:off x="3106413" y="2953151"/>
              <a:ext cx="26599" cy="19909"/>
            </a:xfrm>
            <a:custGeom>
              <a:avLst/>
              <a:gdLst/>
              <a:ahLst/>
              <a:cxnLst/>
              <a:rect l="l" t="t" r="r" b="b"/>
              <a:pathLst>
                <a:path w="835" h="625" extrusionOk="0">
                  <a:moveTo>
                    <a:pt x="246" y="0"/>
                  </a:moveTo>
                  <a:cubicBezTo>
                    <a:pt x="168" y="0"/>
                    <a:pt x="92" y="40"/>
                    <a:pt x="60" y="112"/>
                  </a:cubicBezTo>
                  <a:cubicBezTo>
                    <a:pt x="1" y="208"/>
                    <a:pt x="25" y="350"/>
                    <a:pt x="132" y="410"/>
                  </a:cubicBezTo>
                  <a:lnTo>
                    <a:pt x="453" y="600"/>
                  </a:lnTo>
                  <a:cubicBezTo>
                    <a:pt x="489" y="612"/>
                    <a:pt x="537" y="624"/>
                    <a:pt x="560" y="624"/>
                  </a:cubicBezTo>
                  <a:cubicBezTo>
                    <a:pt x="632" y="624"/>
                    <a:pt x="715" y="589"/>
                    <a:pt x="751" y="529"/>
                  </a:cubicBezTo>
                  <a:cubicBezTo>
                    <a:pt x="834" y="422"/>
                    <a:pt x="787" y="291"/>
                    <a:pt x="679" y="231"/>
                  </a:cubicBezTo>
                  <a:lnTo>
                    <a:pt x="358" y="29"/>
                  </a:lnTo>
                  <a:cubicBezTo>
                    <a:pt x="323" y="10"/>
                    <a:pt x="284" y="0"/>
                    <a:pt x="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1"/>
            <p:cNvSpPr/>
            <p:nvPr/>
          </p:nvSpPr>
          <p:spPr>
            <a:xfrm>
              <a:off x="3360520" y="3099811"/>
              <a:ext cx="25834" cy="20005"/>
            </a:xfrm>
            <a:custGeom>
              <a:avLst/>
              <a:gdLst/>
              <a:ahLst/>
              <a:cxnLst/>
              <a:rect l="l" t="t" r="r" b="b"/>
              <a:pathLst>
                <a:path w="811" h="628" extrusionOk="0">
                  <a:moveTo>
                    <a:pt x="239" y="1"/>
                  </a:moveTo>
                  <a:cubicBezTo>
                    <a:pt x="167" y="1"/>
                    <a:pt x="99" y="35"/>
                    <a:pt x="60" y="104"/>
                  </a:cubicBezTo>
                  <a:cubicBezTo>
                    <a:pt x="1" y="211"/>
                    <a:pt x="25" y="342"/>
                    <a:pt x="132" y="402"/>
                  </a:cubicBezTo>
                  <a:lnTo>
                    <a:pt x="453" y="592"/>
                  </a:lnTo>
                  <a:cubicBezTo>
                    <a:pt x="489" y="604"/>
                    <a:pt x="537" y="628"/>
                    <a:pt x="561" y="628"/>
                  </a:cubicBezTo>
                  <a:cubicBezTo>
                    <a:pt x="632" y="628"/>
                    <a:pt x="715" y="580"/>
                    <a:pt x="751" y="521"/>
                  </a:cubicBezTo>
                  <a:cubicBezTo>
                    <a:pt x="811" y="426"/>
                    <a:pt x="787" y="283"/>
                    <a:pt x="680" y="223"/>
                  </a:cubicBezTo>
                  <a:lnTo>
                    <a:pt x="358" y="33"/>
                  </a:lnTo>
                  <a:cubicBezTo>
                    <a:pt x="320" y="11"/>
                    <a:pt x="279" y="1"/>
                    <a:pt x="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41"/>
          <p:cNvGrpSpPr/>
          <p:nvPr/>
        </p:nvGrpSpPr>
        <p:grpSpPr>
          <a:xfrm>
            <a:off x="1100571" y="1855587"/>
            <a:ext cx="393862" cy="392583"/>
            <a:chOff x="852385" y="1510916"/>
            <a:chExt cx="353145" cy="351998"/>
          </a:xfrm>
        </p:grpSpPr>
        <p:sp>
          <p:nvSpPr>
            <p:cNvPr id="333" name="Google Shape;333;p41"/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1"/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1"/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 txBox="1">
            <a:spLocks noGrp="1"/>
          </p:cNvSpPr>
          <p:nvPr>
            <p:ph type="title"/>
          </p:nvPr>
        </p:nvSpPr>
        <p:spPr>
          <a:xfrm>
            <a:off x="713225" y="1067400"/>
            <a:ext cx="5607000" cy="178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Team Mentor: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Ronil Borah  </a:t>
            </a:r>
            <a:r>
              <a:rPr lang="en" sz="1200" u="sng"/>
              <a:t>ronilborah@gmail.com</a:t>
            </a:r>
            <a:endParaRPr sz="1200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Team Members: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Hrishikesh V   </a:t>
            </a:r>
            <a:r>
              <a:rPr lang="en" sz="1200" u="sng"/>
              <a:t>f20250919@hyderabad.bits-pilani.ac.in</a:t>
            </a:r>
            <a:endParaRPr sz="1200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Medha Srishti Abboju </a:t>
            </a:r>
            <a:r>
              <a:rPr lang="en" sz="1200" u="sng"/>
              <a:t>f20250250@hyderabad.bits-pilani.ac.in</a:t>
            </a:r>
            <a:endParaRPr sz="1200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Shriya Mahesh     </a:t>
            </a:r>
            <a:r>
              <a:rPr lang="en" sz="1200" u="sng">
                <a:solidFill>
                  <a:srgbClr val="1F1F1F"/>
                </a:solidFill>
              </a:rPr>
              <a:t>f20251290@hyderabad.bits-pilani.ac.in</a:t>
            </a:r>
            <a:r>
              <a:rPr lang="en" sz="1200" u="sng">
                <a:solidFill>
                  <a:srgbClr val="000000"/>
                </a:solidFill>
              </a:rPr>
              <a:t> </a:t>
            </a:r>
            <a:endParaRPr sz="1200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341" name="Google Shape;341;p42"/>
          <p:cNvPicPr preferRelativeResize="0"/>
          <p:nvPr/>
        </p:nvPicPr>
        <p:blipFill rotWithShape="1">
          <a:blip r:embed="rId3">
            <a:alphaModFix/>
          </a:blip>
          <a:srcRect l="10571" r="31411" b="30284"/>
          <a:stretch/>
        </p:blipFill>
        <p:spPr>
          <a:xfrm rot="10301103" flipH="1">
            <a:off x="-191467" y="-267214"/>
            <a:ext cx="5795860" cy="1293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301106" flipH="1">
            <a:off x="-318450" y="3333750"/>
            <a:ext cx="9989749" cy="185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search Report for Education by Slidesgo">
  <a:themeElements>
    <a:clrScheme name="Simple Light">
      <a:dk1>
        <a:srgbClr val="273538"/>
      </a:dk1>
      <a:lt1>
        <a:srgbClr val="F8F8F8"/>
      </a:lt1>
      <a:dk2>
        <a:srgbClr val="C8F0B9"/>
      </a:dk2>
      <a:lt2>
        <a:srgbClr val="A4EDBC"/>
      </a:lt2>
      <a:accent1>
        <a:srgbClr val="75E9C1"/>
      </a:accent1>
      <a:accent2>
        <a:srgbClr val="40E2C8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735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</Words>
  <Application>Microsoft Office PowerPoint</Application>
  <PresentationFormat>On-screen Show (16:9)</PresentationFormat>
  <Paragraphs>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Nunito Light</vt:lpstr>
      <vt:lpstr>Figtree</vt:lpstr>
      <vt:lpstr>Arial</vt:lpstr>
      <vt:lpstr>Albert Sans</vt:lpstr>
      <vt:lpstr>DM Sans</vt:lpstr>
      <vt:lpstr>Questrial</vt:lpstr>
      <vt:lpstr>Research Report for Education by Slidesgo</vt:lpstr>
      <vt:lpstr>Binary Ocular Disease Classification Using ODIR-5K</vt:lpstr>
      <vt:lpstr>Executive Summary &amp; Clinical Objective </vt:lpstr>
      <vt:lpstr>Data Engineering &amp; Preprocessing Pipeline </vt:lpstr>
      <vt:lpstr>Network Architecture &amp; Two-Phase Training </vt:lpstr>
      <vt:lpstr>Inference Strategy &amp; Evaluation Protocol </vt:lpstr>
      <vt:lpstr>Key Technical Results &amp; System Strengths </vt:lpstr>
      <vt:lpstr>Limitations, Failure Modes &amp; Future Work </vt:lpstr>
      <vt:lpstr>Key Performance Metrics</vt:lpstr>
      <vt:lpstr>Team Mentor: Ronil Borah  ronilborah@gmail.com  Team Members: Hrishikesh V   f20250919@hyderabad.bits-pilani.ac.in Medha Srishti Abboju f20250250@hyderabad.bits-pilani.ac.in Shriya Mahesh     f20251290@hyderabad.bits-pilani.ac.in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Medha Abboju</cp:lastModifiedBy>
  <cp:revision>1</cp:revision>
  <dcterms:modified xsi:type="dcterms:W3CDTF">2026-08-18T09:40:49Z</dcterms:modified>
</cp:coreProperties>
</file>